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 lvl="0">
      <a:defRPr lang="es-ES_tradnl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-230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0E0B80-0476-4987-A584-DEEF8B7B7DB4}" type="doc">
      <dgm:prSet loTypeId="urn:microsoft.com/office/officeart/2005/8/layout/cycle3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L"/>
        </a:p>
      </dgm:t>
    </dgm:pt>
    <dgm:pt modelId="{9158CC89-B377-4EDD-A3CE-D8C94D5C9091}">
      <dgm:prSet phldrT="[Texto]"/>
      <dgm:spPr/>
      <dgm:t>
        <a:bodyPr/>
        <a:lstStyle/>
        <a:p>
          <a:r>
            <a:rPr lang="es-CL" dirty="0" smtClean="0"/>
            <a:t>1</a:t>
          </a:r>
          <a:r>
            <a:rPr lang="es-CL" dirty="0" smtClean="0"/>
            <a:t>) Descripción de la situación.</a:t>
          </a:r>
          <a:endParaRPr lang="es-CL" dirty="0"/>
        </a:p>
      </dgm:t>
    </dgm:pt>
    <dgm:pt modelId="{BE1CCE7A-8D07-4F54-8D13-379A56041958}" type="parTrans" cxnId="{65B8BA9E-7089-473F-99F2-F233A1BD2C48}">
      <dgm:prSet/>
      <dgm:spPr/>
      <dgm:t>
        <a:bodyPr/>
        <a:lstStyle/>
        <a:p>
          <a:endParaRPr lang="es-CL"/>
        </a:p>
      </dgm:t>
    </dgm:pt>
    <dgm:pt modelId="{FE88BFE4-7C80-4A18-B98F-0BFA505F04F2}" type="sibTrans" cxnId="{65B8BA9E-7089-473F-99F2-F233A1BD2C48}">
      <dgm:prSet/>
      <dgm:spPr/>
      <dgm:t>
        <a:bodyPr/>
        <a:lstStyle/>
        <a:p>
          <a:endParaRPr lang="es-CL"/>
        </a:p>
      </dgm:t>
    </dgm:pt>
    <dgm:pt modelId="{16B4AEF1-893B-4375-81C6-E2222E0E88F2}">
      <dgm:prSet phldrT="[Texto]"/>
      <dgm:spPr/>
      <dgm:t>
        <a:bodyPr/>
        <a:lstStyle/>
        <a:p>
          <a:r>
            <a:rPr lang="es-CL" dirty="0" smtClean="0"/>
            <a:t>2</a:t>
          </a:r>
          <a:r>
            <a:rPr lang="es-CL" dirty="0" smtClean="0"/>
            <a:t>) Contactos alumnos DUOC UC.</a:t>
          </a:r>
          <a:endParaRPr lang="es-CL" dirty="0"/>
        </a:p>
      </dgm:t>
    </dgm:pt>
    <dgm:pt modelId="{F4C13965-2AD0-4EFF-AA5C-C00CBF3B6F7B}" type="parTrans" cxnId="{5B348855-4FA5-4142-A4CB-42FAB234EDD3}">
      <dgm:prSet/>
      <dgm:spPr/>
      <dgm:t>
        <a:bodyPr/>
        <a:lstStyle/>
        <a:p>
          <a:endParaRPr lang="es-CL"/>
        </a:p>
      </dgm:t>
    </dgm:pt>
    <dgm:pt modelId="{8D980FB6-4787-465B-A75C-846F3B16B846}" type="sibTrans" cxnId="{5B348855-4FA5-4142-A4CB-42FAB234EDD3}">
      <dgm:prSet/>
      <dgm:spPr/>
      <dgm:t>
        <a:bodyPr/>
        <a:lstStyle/>
        <a:p>
          <a:endParaRPr lang="es-CL"/>
        </a:p>
      </dgm:t>
    </dgm:pt>
    <dgm:pt modelId="{F8D6AF4E-1535-4333-8C02-051EE575D770}">
      <dgm:prSet phldrT="[Texto]"/>
      <dgm:spPr/>
      <dgm:t>
        <a:bodyPr/>
        <a:lstStyle/>
        <a:p>
          <a:r>
            <a:rPr lang="es-CL" dirty="0" smtClean="0"/>
            <a:t>3</a:t>
          </a:r>
          <a:r>
            <a:rPr lang="es-CL" dirty="0" smtClean="0"/>
            <a:t>) Planteamiento del objetivo principal (construcción pagina Web).</a:t>
          </a:r>
          <a:endParaRPr lang="es-CL" dirty="0"/>
        </a:p>
      </dgm:t>
    </dgm:pt>
    <dgm:pt modelId="{8C3E5B37-FE1E-418D-9CFB-DD843F38A5CB}" type="parTrans" cxnId="{7671F636-F425-456B-B419-62AA6BBB1BBE}">
      <dgm:prSet/>
      <dgm:spPr/>
      <dgm:t>
        <a:bodyPr/>
        <a:lstStyle/>
        <a:p>
          <a:endParaRPr lang="es-CL"/>
        </a:p>
      </dgm:t>
    </dgm:pt>
    <dgm:pt modelId="{9F4B4119-2DF8-476D-8197-11EF09C72AFA}" type="sibTrans" cxnId="{7671F636-F425-456B-B419-62AA6BBB1BBE}">
      <dgm:prSet/>
      <dgm:spPr/>
      <dgm:t>
        <a:bodyPr/>
        <a:lstStyle/>
        <a:p>
          <a:endParaRPr lang="es-CL"/>
        </a:p>
      </dgm:t>
    </dgm:pt>
    <dgm:pt modelId="{280C5428-CE51-42C0-938F-FE4F512F5D1A}">
      <dgm:prSet phldrT="[Texto]"/>
      <dgm:spPr/>
      <dgm:t>
        <a:bodyPr/>
        <a:lstStyle/>
        <a:p>
          <a:r>
            <a:rPr lang="es-CL" dirty="0" smtClean="0"/>
            <a:t>4</a:t>
          </a:r>
          <a:r>
            <a:rPr lang="es-CL" dirty="0" smtClean="0"/>
            <a:t>) Materialización del </a:t>
          </a:r>
          <a:r>
            <a:rPr lang="es-CL" dirty="0" err="1" smtClean="0"/>
            <a:t>prototipado</a:t>
          </a:r>
          <a:r>
            <a:rPr lang="es-CL" dirty="0" smtClean="0"/>
            <a:t>.</a:t>
          </a:r>
          <a:endParaRPr lang="es-CL" dirty="0"/>
        </a:p>
      </dgm:t>
    </dgm:pt>
    <dgm:pt modelId="{D9806B79-7801-4F8F-B4C6-C28503D1E752}" type="parTrans" cxnId="{04A13FB7-1A06-42C2-AFEE-0D3AB49E286A}">
      <dgm:prSet/>
      <dgm:spPr/>
      <dgm:t>
        <a:bodyPr/>
        <a:lstStyle/>
        <a:p>
          <a:endParaRPr lang="es-CL"/>
        </a:p>
      </dgm:t>
    </dgm:pt>
    <dgm:pt modelId="{4658AFA4-6705-44B8-AE81-51E96276B14C}" type="sibTrans" cxnId="{04A13FB7-1A06-42C2-AFEE-0D3AB49E286A}">
      <dgm:prSet/>
      <dgm:spPr/>
      <dgm:t>
        <a:bodyPr/>
        <a:lstStyle/>
        <a:p>
          <a:endParaRPr lang="es-CL"/>
        </a:p>
      </dgm:t>
    </dgm:pt>
    <dgm:pt modelId="{87615571-1BCC-4B83-A057-6D68541C7C07}">
      <dgm:prSet phldrT="[Texto]"/>
      <dgm:spPr/>
      <dgm:t>
        <a:bodyPr/>
        <a:lstStyle/>
        <a:p>
          <a:r>
            <a:rPr lang="es-CL" dirty="0" smtClean="0"/>
            <a:t>6</a:t>
          </a:r>
          <a:r>
            <a:rPr lang="es-CL" dirty="0" smtClean="0"/>
            <a:t>) Lanzamiento página Web</a:t>
          </a:r>
          <a:endParaRPr lang="es-CL" dirty="0"/>
        </a:p>
      </dgm:t>
    </dgm:pt>
    <dgm:pt modelId="{12C1DA51-06B4-410A-BD3D-140A3604A853}" type="parTrans" cxnId="{8413F430-9DA3-4F86-886C-94E38459D0E3}">
      <dgm:prSet/>
      <dgm:spPr/>
      <dgm:t>
        <a:bodyPr/>
        <a:lstStyle/>
        <a:p>
          <a:endParaRPr lang="es-CL"/>
        </a:p>
      </dgm:t>
    </dgm:pt>
    <dgm:pt modelId="{94AB5984-40D6-440D-A8C3-015712644548}" type="sibTrans" cxnId="{8413F430-9DA3-4F86-886C-94E38459D0E3}">
      <dgm:prSet/>
      <dgm:spPr/>
      <dgm:t>
        <a:bodyPr/>
        <a:lstStyle/>
        <a:p>
          <a:endParaRPr lang="es-CL"/>
        </a:p>
      </dgm:t>
    </dgm:pt>
    <dgm:pt modelId="{802D8CF3-A960-42C5-96C1-3A55534D491A}">
      <dgm:prSet/>
      <dgm:spPr/>
      <dgm:t>
        <a:bodyPr/>
        <a:lstStyle/>
        <a:p>
          <a:r>
            <a:rPr lang="es-CL" dirty="0" smtClean="0"/>
            <a:t>5</a:t>
          </a:r>
          <a:r>
            <a:rPr lang="es-CL" dirty="0" smtClean="0"/>
            <a:t>) Mejoras y análisis de información estadística.</a:t>
          </a:r>
          <a:endParaRPr lang="es-CL" dirty="0"/>
        </a:p>
      </dgm:t>
    </dgm:pt>
    <dgm:pt modelId="{F0D2ACAA-EFC3-4B03-8C35-0D965E8B597F}" type="parTrans" cxnId="{0CA2B70B-AFD6-423D-B147-807A40DBACE1}">
      <dgm:prSet/>
      <dgm:spPr/>
      <dgm:t>
        <a:bodyPr/>
        <a:lstStyle/>
        <a:p>
          <a:endParaRPr lang="es-CL"/>
        </a:p>
      </dgm:t>
    </dgm:pt>
    <dgm:pt modelId="{F4BBD9FB-0C8B-4CFA-94EA-8EDF26C6C040}" type="sibTrans" cxnId="{0CA2B70B-AFD6-423D-B147-807A40DBACE1}">
      <dgm:prSet/>
      <dgm:spPr/>
      <dgm:t>
        <a:bodyPr/>
        <a:lstStyle/>
        <a:p>
          <a:endParaRPr lang="es-CL"/>
        </a:p>
      </dgm:t>
    </dgm:pt>
    <dgm:pt modelId="{E0FBD4DC-103B-4DF2-A8C5-3D3ECAA9E4E8}" type="pres">
      <dgm:prSet presAssocID="{0E0E0B80-0476-4987-A584-DEEF8B7B7DB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CL"/>
        </a:p>
      </dgm:t>
    </dgm:pt>
    <dgm:pt modelId="{3B0ABDD8-1B09-4609-92A9-539804764189}" type="pres">
      <dgm:prSet presAssocID="{0E0E0B80-0476-4987-A584-DEEF8B7B7DB4}" presName="cycle" presStyleCnt="0"/>
      <dgm:spPr/>
    </dgm:pt>
    <dgm:pt modelId="{7AB34966-CD3A-4B8F-B48E-2AD8A68F61DD}" type="pres">
      <dgm:prSet presAssocID="{9158CC89-B377-4EDD-A3CE-D8C94D5C9091}" presName="nodeFirs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FEE5F51E-CC62-4E60-AE5D-4005E02F5A03}" type="pres">
      <dgm:prSet presAssocID="{FE88BFE4-7C80-4A18-B98F-0BFA505F04F2}" presName="sibTransFirstNode" presStyleLbl="bgShp" presStyleIdx="0" presStyleCnt="1"/>
      <dgm:spPr/>
      <dgm:t>
        <a:bodyPr/>
        <a:lstStyle/>
        <a:p>
          <a:endParaRPr lang="es-CL"/>
        </a:p>
      </dgm:t>
    </dgm:pt>
    <dgm:pt modelId="{072D46C1-38E4-4734-B762-BC90BFB4B63B}" type="pres">
      <dgm:prSet presAssocID="{16B4AEF1-893B-4375-81C6-E2222E0E88F2}" presName="nodeFollowingNodes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BC01562D-EC15-4E23-8CF1-DD2A602546FE}" type="pres">
      <dgm:prSet presAssocID="{F8D6AF4E-1535-4333-8C02-051EE575D770}" presName="nodeFollowingNodes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3AE6E08C-E436-4359-AD7E-EDAE22E54A8D}" type="pres">
      <dgm:prSet presAssocID="{280C5428-CE51-42C0-938F-FE4F512F5D1A}" presName="nodeFollowingNodes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48201A10-A927-4096-AADA-6D69C0D16634}" type="pres">
      <dgm:prSet presAssocID="{802D8CF3-A960-42C5-96C1-3A55534D491A}" presName="nodeFollowingNodes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1E050F18-511B-4F0F-8811-6ED716C08FEC}" type="pres">
      <dgm:prSet presAssocID="{87615571-1BCC-4B83-A057-6D68541C7C07}" presName="nodeFollowingNodes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</dgm:ptLst>
  <dgm:cxnLst>
    <dgm:cxn modelId="{F1EECC0E-E48D-490B-B594-34A1F44D48FD}" type="presOf" srcId="{9158CC89-B377-4EDD-A3CE-D8C94D5C9091}" destId="{7AB34966-CD3A-4B8F-B48E-2AD8A68F61DD}" srcOrd="0" destOrd="0" presId="urn:microsoft.com/office/officeart/2005/8/layout/cycle3"/>
    <dgm:cxn modelId="{095FF73F-82EA-4BE2-90B6-B5A82199C109}" type="presOf" srcId="{87615571-1BCC-4B83-A057-6D68541C7C07}" destId="{1E050F18-511B-4F0F-8811-6ED716C08FEC}" srcOrd="0" destOrd="0" presId="urn:microsoft.com/office/officeart/2005/8/layout/cycle3"/>
    <dgm:cxn modelId="{B69911F0-BF11-49B3-89B4-C41EC2EB728B}" type="presOf" srcId="{802D8CF3-A960-42C5-96C1-3A55534D491A}" destId="{48201A10-A927-4096-AADA-6D69C0D16634}" srcOrd="0" destOrd="0" presId="urn:microsoft.com/office/officeart/2005/8/layout/cycle3"/>
    <dgm:cxn modelId="{65B8BA9E-7089-473F-99F2-F233A1BD2C48}" srcId="{0E0E0B80-0476-4987-A584-DEEF8B7B7DB4}" destId="{9158CC89-B377-4EDD-A3CE-D8C94D5C9091}" srcOrd="0" destOrd="0" parTransId="{BE1CCE7A-8D07-4F54-8D13-379A56041958}" sibTransId="{FE88BFE4-7C80-4A18-B98F-0BFA505F04F2}"/>
    <dgm:cxn modelId="{7671F636-F425-456B-B419-62AA6BBB1BBE}" srcId="{0E0E0B80-0476-4987-A584-DEEF8B7B7DB4}" destId="{F8D6AF4E-1535-4333-8C02-051EE575D770}" srcOrd="2" destOrd="0" parTransId="{8C3E5B37-FE1E-418D-9CFB-DD843F38A5CB}" sibTransId="{9F4B4119-2DF8-476D-8197-11EF09C72AFA}"/>
    <dgm:cxn modelId="{E0FC0A05-D29D-4929-8727-CDAF1452A392}" type="presOf" srcId="{F8D6AF4E-1535-4333-8C02-051EE575D770}" destId="{BC01562D-EC15-4E23-8CF1-DD2A602546FE}" srcOrd="0" destOrd="0" presId="urn:microsoft.com/office/officeart/2005/8/layout/cycle3"/>
    <dgm:cxn modelId="{6F4A0313-3E00-413A-AF8E-DD0A5E7F2D25}" type="presOf" srcId="{0E0E0B80-0476-4987-A584-DEEF8B7B7DB4}" destId="{E0FBD4DC-103B-4DF2-A8C5-3D3ECAA9E4E8}" srcOrd="0" destOrd="0" presId="urn:microsoft.com/office/officeart/2005/8/layout/cycle3"/>
    <dgm:cxn modelId="{04A13FB7-1A06-42C2-AFEE-0D3AB49E286A}" srcId="{0E0E0B80-0476-4987-A584-DEEF8B7B7DB4}" destId="{280C5428-CE51-42C0-938F-FE4F512F5D1A}" srcOrd="3" destOrd="0" parTransId="{D9806B79-7801-4F8F-B4C6-C28503D1E752}" sibTransId="{4658AFA4-6705-44B8-AE81-51E96276B14C}"/>
    <dgm:cxn modelId="{F55D2865-695F-4553-9AA4-077BECEF0E9A}" type="presOf" srcId="{16B4AEF1-893B-4375-81C6-E2222E0E88F2}" destId="{072D46C1-38E4-4734-B762-BC90BFB4B63B}" srcOrd="0" destOrd="0" presId="urn:microsoft.com/office/officeart/2005/8/layout/cycle3"/>
    <dgm:cxn modelId="{5B348855-4FA5-4142-A4CB-42FAB234EDD3}" srcId="{0E0E0B80-0476-4987-A584-DEEF8B7B7DB4}" destId="{16B4AEF1-893B-4375-81C6-E2222E0E88F2}" srcOrd="1" destOrd="0" parTransId="{F4C13965-2AD0-4EFF-AA5C-C00CBF3B6F7B}" sibTransId="{8D980FB6-4787-465B-A75C-846F3B16B846}"/>
    <dgm:cxn modelId="{DAFCACF5-B9BC-4CF9-AE74-BF1E6649E915}" type="presOf" srcId="{280C5428-CE51-42C0-938F-FE4F512F5D1A}" destId="{3AE6E08C-E436-4359-AD7E-EDAE22E54A8D}" srcOrd="0" destOrd="0" presId="urn:microsoft.com/office/officeart/2005/8/layout/cycle3"/>
    <dgm:cxn modelId="{0CA2B70B-AFD6-423D-B147-807A40DBACE1}" srcId="{0E0E0B80-0476-4987-A584-DEEF8B7B7DB4}" destId="{802D8CF3-A960-42C5-96C1-3A55534D491A}" srcOrd="4" destOrd="0" parTransId="{F0D2ACAA-EFC3-4B03-8C35-0D965E8B597F}" sibTransId="{F4BBD9FB-0C8B-4CFA-94EA-8EDF26C6C040}"/>
    <dgm:cxn modelId="{D5957F96-937E-414E-AC78-FBB0CF93378E}" type="presOf" srcId="{FE88BFE4-7C80-4A18-B98F-0BFA505F04F2}" destId="{FEE5F51E-CC62-4E60-AE5D-4005E02F5A03}" srcOrd="0" destOrd="0" presId="urn:microsoft.com/office/officeart/2005/8/layout/cycle3"/>
    <dgm:cxn modelId="{8413F430-9DA3-4F86-886C-94E38459D0E3}" srcId="{0E0E0B80-0476-4987-A584-DEEF8B7B7DB4}" destId="{87615571-1BCC-4B83-A057-6D68541C7C07}" srcOrd="5" destOrd="0" parTransId="{12C1DA51-06B4-410A-BD3D-140A3604A853}" sibTransId="{94AB5984-40D6-440D-A8C3-015712644548}"/>
    <dgm:cxn modelId="{6B78F98D-807B-49BE-A04E-312E430D88C0}" type="presParOf" srcId="{E0FBD4DC-103B-4DF2-A8C5-3D3ECAA9E4E8}" destId="{3B0ABDD8-1B09-4609-92A9-539804764189}" srcOrd="0" destOrd="0" presId="urn:microsoft.com/office/officeart/2005/8/layout/cycle3"/>
    <dgm:cxn modelId="{FAC1A5A8-6D35-42A5-92E0-3ABCCF512BA7}" type="presParOf" srcId="{3B0ABDD8-1B09-4609-92A9-539804764189}" destId="{7AB34966-CD3A-4B8F-B48E-2AD8A68F61DD}" srcOrd="0" destOrd="0" presId="urn:microsoft.com/office/officeart/2005/8/layout/cycle3"/>
    <dgm:cxn modelId="{F0104145-FF3B-4893-B507-DD3ED80C5415}" type="presParOf" srcId="{3B0ABDD8-1B09-4609-92A9-539804764189}" destId="{FEE5F51E-CC62-4E60-AE5D-4005E02F5A03}" srcOrd="1" destOrd="0" presId="urn:microsoft.com/office/officeart/2005/8/layout/cycle3"/>
    <dgm:cxn modelId="{3539C394-8C9B-447A-BD17-96A1BE46B9F2}" type="presParOf" srcId="{3B0ABDD8-1B09-4609-92A9-539804764189}" destId="{072D46C1-38E4-4734-B762-BC90BFB4B63B}" srcOrd="2" destOrd="0" presId="urn:microsoft.com/office/officeart/2005/8/layout/cycle3"/>
    <dgm:cxn modelId="{A3C077B8-7935-4873-B4BB-1FB6EAB6D35F}" type="presParOf" srcId="{3B0ABDD8-1B09-4609-92A9-539804764189}" destId="{BC01562D-EC15-4E23-8CF1-DD2A602546FE}" srcOrd="3" destOrd="0" presId="urn:microsoft.com/office/officeart/2005/8/layout/cycle3"/>
    <dgm:cxn modelId="{767665E2-43BA-46CD-B4BD-70CF05AF1634}" type="presParOf" srcId="{3B0ABDD8-1B09-4609-92A9-539804764189}" destId="{3AE6E08C-E436-4359-AD7E-EDAE22E54A8D}" srcOrd="4" destOrd="0" presId="urn:microsoft.com/office/officeart/2005/8/layout/cycle3"/>
    <dgm:cxn modelId="{6D292D69-B62B-4480-9B6C-C58E79B7CC25}" type="presParOf" srcId="{3B0ABDD8-1B09-4609-92A9-539804764189}" destId="{48201A10-A927-4096-AADA-6D69C0D16634}" srcOrd="5" destOrd="0" presId="urn:microsoft.com/office/officeart/2005/8/layout/cycle3"/>
    <dgm:cxn modelId="{2ECBC6C2-2A43-48EB-833E-2E1D349F21FE}" type="presParOf" srcId="{3B0ABDD8-1B09-4609-92A9-539804764189}" destId="{1E050F18-511B-4F0F-8811-6ED716C08FEC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8148BF-D471-4959-B2AD-E07FF665D44C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L"/>
        </a:p>
      </dgm:t>
    </dgm:pt>
    <dgm:pt modelId="{B2EAF15D-E46B-4AA7-BB2A-F55BF5A635AC}">
      <dgm:prSet phldrT="[Texto]" custT="1"/>
      <dgm:spPr/>
      <dgm:t>
        <a:bodyPr/>
        <a:lstStyle/>
        <a:p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Programación de página web mediante el software Visual Studio </a:t>
          </a:r>
          <a:r>
            <a:rPr lang="es-CL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Code</a:t>
          </a:r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. Se estudió la materia cursada en el Instituto, analizó distintas formas de realizarla.</a:t>
          </a:r>
          <a:endParaRPr lang="es-CL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1610C4-443F-4D2C-A56E-DEA6E56CE630}" type="parTrans" cxnId="{E8ABCB65-EC90-413D-ABCD-4AD092408993}">
      <dgm:prSet/>
      <dgm:spPr/>
      <dgm:t>
        <a:bodyPr/>
        <a:lstStyle/>
        <a:p>
          <a:endParaRPr lang="es-CL"/>
        </a:p>
      </dgm:t>
    </dgm:pt>
    <dgm:pt modelId="{13281E3E-6821-4261-A30A-9E49FD81DFB3}" type="sibTrans" cxnId="{E8ABCB65-EC90-413D-ABCD-4AD092408993}">
      <dgm:prSet/>
      <dgm:spPr/>
      <dgm:t>
        <a:bodyPr/>
        <a:lstStyle/>
        <a:p>
          <a:endParaRPr lang="es-CL"/>
        </a:p>
      </dgm:t>
    </dgm:pt>
    <dgm:pt modelId="{3F857798-4154-47F9-ACCE-982503E5B84B}">
      <dgm:prSet phldrT="[Texto]" custT="1"/>
      <dgm:spPr/>
      <dgm:t>
        <a:bodyPr/>
        <a:lstStyle/>
        <a:p>
          <a:r>
            <a:rPr lang="es-MX" sz="1100" dirty="0" smtClean="0">
              <a:latin typeface="Arial" panose="020B0604020202020204" pitchFamily="34" charset="0"/>
              <a:cs typeface="Arial" panose="020B0604020202020204" pitchFamily="34" charset="0"/>
            </a:rPr>
            <a:t>Adquisición de imágenes públicas de Internet.</a:t>
          </a:r>
          <a:endParaRPr lang="es-CL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ACA54B-4E87-48B1-8B04-8D32AA611AAB}" type="parTrans" cxnId="{CF6C1F24-ED5B-40FC-8F95-DAAC9EF500AC}">
      <dgm:prSet/>
      <dgm:spPr/>
      <dgm:t>
        <a:bodyPr/>
        <a:lstStyle/>
        <a:p>
          <a:endParaRPr lang="es-CL"/>
        </a:p>
      </dgm:t>
    </dgm:pt>
    <dgm:pt modelId="{F23DF0E7-0895-4AD3-BB27-52D469482DC2}" type="sibTrans" cxnId="{CF6C1F24-ED5B-40FC-8F95-DAAC9EF500AC}">
      <dgm:prSet/>
      <dgm:spPr/>
      <dgm:t>
        <a:bodyPr/>
        <a:lstStyle/>
        <a:p>
          <a:endParaRPr lang="es-CL"/>
        </a:p>
      </dgm:t>
    </dgm:pt>
    <dgm:pt modelId="{5302F3A1-AED9-44FE-AB83-77E95E688493}">
      <dgm:prSet phldrT="[Texto]" custT="1"/>
      <dgm:spPr/>
      <dgm:t>
        <a:bodyPr/>
        <a:lstStyle/>
        <a:p>
          <a:r>
            <a:rPr lang="es-CL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Tester</a:t>
          </a:r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 en Visual </a:t>
          </a:r>
          <a:r>
            <a:rPr lang="es-CL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studio</a:t>
          </a:r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CL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Code</a:t>
          </a:r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s-CL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EE8DA9-B930-4114-97F5-2C94D04AD783}" type="parTrans" cxnId="{726AC139-0105-4181-B811-412569EED7CA}">
      <dgm:prSet/>
      <dgm:spPr/>
      <dgm:t>
        <a:bodyPr/>
        <a:lstStyle/>
        <a:p>
          <a:endParaRPr lang="es-CL"/>
        </a:p>
      </dgm:t>
    </dgm:pt>
    <dgm:pt modelId="{650661EC-9476-4FBB-ABC1-EB6FE24C2A03}" type="sibTrans" cxnId="{726AC139-0105-4181-B811-412569EED7CA}">
      <dgm:prSet/>
      <dgm:spPr/>
      <dgm:t>
        <a:bodyPr/>
        <a:lstStyle/>
        <a:p>
          <a:endParaRPr lang="es-CL"/>
        </a:p>
      </dgm:t>
    </dgm:pt>
    <dgm:pt modelId="{6BFA31C1-E886-449F-A7E2-E4768DEE2F47}">
      <dgm:prSet custT="1"/>
      <dgm:spPr/>
      <dgm:t>
        <a:bodyPr/>
        <a:lstStyle/>
        <a:p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Análisis y búsqueda de información en la red (</a:t>
          </a:r>
          <a:r>
            <a:rPr lang="es-CL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youtube</a:t>
          </a:r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/usabilidad – pagina web </a:t>
          </a:r>
          <a:r>
            <a:rPr lang="es-CL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Glitch</a:t>
          </a:r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 – </a:t>
          </a:r>
          <a:r>
            <a:rPr lang="es-CL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Pag</a:t>
          </a:r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CL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Getboost</a:t>
          </a:r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CL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trap</a:t>
          </a:r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).</a:t>
          </a:r>
          <a:endParaRPr lang="es-CL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113BDC-0EF1-4D5D-B564-CF23AB67D177}" type="parTrans" cxnId="{F8A01D55-E177-4141-9009-20AB3DCEC189}">
      <dgm:prSet/>
      <dgm:spPr/>
      <dgm:t>
        <a:bodyPr/>
        <a:lstStyle/>
        <a:p>
          <a:endParaRPr lang="es-CL"/>
        </a:p>
      </dgm:t>
    </dgm:pt>
    <dgm:pt modelId="{AAA87435-0DEB-4BF3-9F48-2B871DCCF4E8}" type="sibTrans" cxnId="{F8A01D55-E177-4141-9009-20AB3DCEC189}">
      <dgm:prSet/>
      <dgm:spPr/>
      <dgm:t>
        <a:bodyPr/>
        <a:lstStyle/>
        <a:p>
          <a:endParaRPr lang="es-CL"/>
        </a:p>
      </dgm:t>
    </dgm:pt>
    <dgm:pt modelId="{627D77AF-0A49-4460-869E-B8F50F959CEC}">
      <dgm:prSet custT="1"/>
      <dgm:spPr/>
      <dgm:t>
        <a:bodyPr/>
        <a:lstStyle/>
        <a:p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Conocimientos, desarrollo de pruebas, y búsqueda en materias cursadas.</a:t>
          </a:r>
          <a:endParaRPr lang="es-CL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83A3A0-BBD7-401F-AB32-950BFE7128DC}" type="parTrans" cxnId="{011E7F4E-82F3-45A9-AF4A-05042BC1684B}">
      <dgm:prSet/>
      <dgm:spPr/>
      <dgm:t>
        <a:bodyPr/>
        <a:lstStyle/>
        <a:p>
          <a:endParaRPr lang="es-CL"/>
        </a:p>
      </dgm:t>
    </dgm:pt>
    <dgm:pt modelId="{D8892C19-B8C0-4108-9CC8-209A9C0D493F}" type="sibTrans" cxnId="{011E7F4E-82F3-45A9-AF4A-05042BC1684B}">
      <dgm:prSet/>
      <dgm:spPr/>
      <dgm:t>
        <a:bodyPr/>
        <a:lstStyle/>
        <a:p>
          <a:endParaRPr lang="es-CL"/>
        </a:p>
      </dgm:t>
    </dgm:pt>
    <dgm:pt modelId="{B9D0B653-8593-48A6-90AB-4F56C5AA2305}">
      <dgm:prSet custT="1"/>
      <dgm:spPr/>
      <dgm:t>
        <a:bodyPr/>
        <a:lstStyle/>
        <a:p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Visualización y mejoras en la herramienta (visual </a:t>
          </a:r>
          <a:r>
            <a:rPr lang="es-CL" sz="1100" dirty="0" err="1" smtClean="0">
              <a:latin typeface="Arial" panose="020B0604020202020204" pitchFamily="34" charset="0"/>
              <a:cs typeface="Arial" panose="020B0604020202020204" pitchFamily="34" charset="0"/>
            </a:rPr>
            <a:t>studio</a:t>
          </a:r>
          <a:r>
            <a:rPr lang="es-CL" sz="1100" dirty="0" smtClean="0">
              <a:latin typeface="Arial" panose="020B0604020202020204" pitchFamily="34" charset="0"/>
              <a:cs typeface="Arial" panose="020B0604020202020204" pitchFamily="34" charset="0"/>
            </a:rPr>
            <a:t>). </a:t>
          </a:r>
          <a:endParaRPr lang="es-CL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704887-1DDB-4C8D-8DDA-39FD211E8AF5}" type="parTrans" cxnId="{379AE113-36C5-4594-8D83-902E74431336}">
      <dgm:prSet/>
      <dgm:spPr/>
      <dgm:t>
        <a:bodyPr/>
        <a:lstStyle/>
        <a:p>
          <a:endParaRPr lang="es-CL"/>
        </a:p>
      </dgm:t>
    </dgm:pt>
    <dgm:pt modelId="{7FB5423D-609C-4DF5-8BEB-344864888554}" type="sibTrans" cxnId="{379AE113-36C5-4594-8D83-902E74431336}">
      <dgm:prSet/>
      <dgm:spPr/>
      <dgm:t>
        <a:bodyPr/>
        <a:lstStyle/>
        <a:p>
          <a:endParaRPr lang="es-CL"/>
        </a:p>
      </dgm:t>
    </dgm:pt>
    <dgm:pt modelId="{4774733B-37EC-4D14-9352-583ABBDC050C}" type="pres">
      <dgm:prSet presAssocID="{718148BF-D471-4959-B2AD-E07FF665D44C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s-CL"/>
        </a:p>
      </dgm:t>
    </dgm:pt>
    <dgm:pt modelId="{D2AD20FD-F468-4D5F-A489-8221378EED67}" type="pres">
      <dgm:prSet presAssocID="{718148BF-D471-4959-B2AD-E07FF665D44C}" presName="Name1" presStyleCnt="0"/>
      <dgm:spPr/>
    </dgm:pt>
    <dgm:pt modelId="{4EFC77FA-19AD-4EB1-BCE6-B161FE6E5119}" type="pres">
      <dgm:prSet presAssocID="{718148BF-D471-4959-B2AD-E07FF665D44C}" presName="cycle" presStyleCnt="0"/>
      <dgm:spPr/>
    </dgm:pt>
    <dgm:pt modelId="{09858ADC-3B7A-4D05-8248-782347BAD3B1}" type="pres">
      <dgm:prSet presAssocID="{718148BF-D471-4959-B2AD-E07FF665D44C}" presName="srcNode" presStyleLbl="node1" presStyleIdx="0" presStyleCnt="6"/>
      <dgm:spPr/>
    </dgm:pt>
    <dgm:pt modelId="{CFCE2D5F-9A29-4FEA-89D0-BBC1DB7A4F2F}" type="pres">
      <dgm:prSet presAssocID="{718148BF-D471-4959-B2AD-E07FF665D44C}" presName="conn" presStyleLbl="parChTrans1D2" presStyleIdx="0" presStyleCnt="1"/>
      <dgm:spPr/>
      <dgm:t>
        <a:bodyPr/>
        <a:lstStyle/>
        <a:p>
          <a:endParaRPr lang="es-CL"/>
        </a:p>
      </dgm:t>
    </dgm:pt>
    <dgm:pt modelId="{1283E706-4FAE-44C5-8D51-75049BF2C2F6}" type="pres">
      <dgm:prSet presAssocID="{718148BF-D471-4959-B2AD-E07FF665D44C}" presName="extraNode" presStyleLbl="node1" presStyleIdx="0" presStyleCnt="6"/>
      <dgm:spPr/>
    </dgm:pt>
    <dgm:pt modelId="{6981868F-DF90-4E7E-8087-C8A62B4C8D0D}" type="pres">
      <dgm:prSet presAssocID="{718148BF-D471-4959-B2AD-E07FF665D44C}" presName="dstNode" presStyleLbl="node1" presStyleIdx="0" presStyleCnt="6"/>
      <dgm:spPr/>
    </dgm:pt>
    <dgm:pt modelId="{2E1B2262-AD9C-40F3-97AB-16056C8D10A1}" type="pres">
      <dgm:prSet presAssocID="{B2EAF15D-E46B-4AA7-BB2A-F55BF5A635AC}" presName="text_1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215F0F93-83C8-4FF0-9EBB-4B828AAD36C3}" type="pres">
      <dgm:prSet presAssocID="{B2EAF15D-E46B-4AA7-BB2A-F55BF5A635AC}" presName="accent_1" presStyleCnt="0"/>
      <dgm:spPr/>
    </dgm:pt>
    <dgm:pt modelId="{065507E2-E932-4A13-80A7-109F14F092C4}" type="pres">
      <dgm:prSet presAssocID="{B2EAF15D-E46B-4AA7-BB2A-F55BF5A635AC}" presName="accentRepeatNode" presStyleLbl="solidFgAcc1" presStyleIdx="0" presStyleCnt="6"/>
      <dgm:spPr/>
    </dgm:pt>
    <dgm:pt modelId="{323D7141-2520-487E-BE98-0786138B2B42}" type="pres">
      <dgm:prSet presAssocID="{6BFA31C1-E886-449F-A7E2-E4768DEE2F47}" presName="text_2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C426D224-6B34-465F-AC62-3F5F19117DC5}" type="pres">
      <dgm:prSet presAssocID="{6BFA31C1-E886-449F-A7E2-E4768DEE2F47}" presName="accent_2" presStyleCnt="0"/>
      <dgm:spPr/>
    </dgm:pt>
    <dgm:pt modelId="{B1C7E59B-B6B2-48B6-9DE6-7DBEC6DCB284}" type="pres">
      <dgm:prSet presAssocID="{6BFA31C1-E886-449F-A7E2-E4768DEE2F47}" presName="accentRepeatNode" presStyleLbl="solidFgAcc1" presStyleIdx="1" presStyleCnt="6"/>
      <dgm:spPr/>
    </dgm:pt>
    <dgm:pt modelId="{B1A07B53-E600-4FB0-AFF3-94DE1D0AD8A8}" type="pres">
      <dgm:prSet presAssocID="{3F857798-4154-47F9-ACCE-982503E5B84B}" presName="text_3" presStyleLbl="node1" presStyleIdx="2" presStyleCnt="6" custLinFactNeighborX="370" custLinFactNeighborY="244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6DA1828A-8501-4220-98EA-ED82B13B9C98}" type="pres">
      <dgm:prSet presAssocID="{3F857798-4154-47F9-ACCE-982503E5B84B}" presName="accent_3" presStyleCnt="0"/>
      <dgm:spPr/>
    </dgm:pt>
    <dgm:pt modelId="{DCFBCA85-454C-4787-8C11-F91651A01997}" type="pres">
      <dgm:prSet presAssocID="{3F857798-4154-47F9-ACCE-982503E5B84B}" presName="accentRepeatNode" presStyleLbl="solidFgAcc1" presStyleIdx="2" presStyleCnt="6"/>
      <dgm:spPr/>
    </dgm:pt>
    <dgm:pt modelId="{D6FD2B2D-94F4-4C66-8C6D-6EE606DA7E9D}" type="pres">
      <dgm:prSet presAssocID="{627D77AF-0A49-4460-869E-B8F50F959CEC}" presName="text_4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F336AE7D-427D-43EE-8340-E4B2FD2708BB}" type="pres">
      <dgm:prSet presAssocID="{627D77AF-0A49-4460-869E-B8F50F959CEC}" presName="accent_4" presStyleCnt="0"/>
      <dgm:spPr/>
    </dgm:pt>
    <dgm:pt modelId="{B34D031D-AFA9-49E5-AEDF-F213D2892B8D}" type="pres">
      <dgm:prSet presAssocID="{627D77AF-0A49-4460-869E-B8F50F959CEC}" presName="accentRepeatNode" presStyleLbl="solidFgAcc1" presStyleIdx="3" presStyleCnt="6"/>
      <dgm:spPr/>
    </dgm:pt>
    <dgm:pt modelId="{560A218E-B6FD-45F9-A26C-C58D073083EC}" type="pres">
      <dgm:prSet presAssocID="{5302F3A1-AED9-44FE-AB83-77E95E688493}" presName="text_5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5731EB2B-247F-45CF-AE93-F69A33AAE96E}" type="pres">
      <dgm:prSet presAssocID="{5302F3A1-AED9-44FE-AB83-77E95E688493}" presName="accent_5" presStyleCnt="0"/>
      <dgm:spPr/>
    </dgm:pt>
    <dgm:pt modelId="{A51C6914-329A-41CB-BEA1-B5102D22790A}" type="pres">
      <dgm:prSet presAssocID="{5302F3A1-AED9-44FE-AB83-77E95E688493}" presName="accentRepeatNode" presStyleLbl="solidFgAcc1" presStyleIdx="4" presStyleCnt="6"/>
      <dgm:spPr/>
    </dgm:pt>
    <dgm:pt modelId="{44E9C14C-A461-48E5-8E39-7B0F56F294A6}" type="pres">
      <dgm:prSet presAssocID="{B9D0B653-8593-48A6-90AB-4F56C5AA2305}" presName="text_6" presStyleLbl="node1" presStyleIdx="5" presStyleCnt="6" custLinFactNeighborX="-234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B6469617-6495-4882-83D7-D5552D7FCA87}" type="pres">
      <dgm:prSet presAssocID="{B9D0B653-8593-48A6-90AB-4F56C5AA2305}" presName="accent_6" presStyleCnt="0"/>
      <dgm:spPr/>
    </dgm:pt>
    <dgm:pt modelId="{B9585343-0ADE-48E7-A35C-BF591C3A6D56}" type="pres">
      <dgm:prSet presAssocID="{B9D0B653-8593-48A6-90AB-4F56C5AA2305}" presName="accentRepeatNode" presStyleLbl="solidFgAcc1" presStyleIdx="5" presStyleCnt="6"/>
      <dgm:spPr/>
    </dgm:pt>
  </dgm:ptLst>
  <dgm:cxnLst>
    <dgm:cxn modelId="{FEC03683-4FF8-4C3F-BF54-13C290A0C524}" type="presOf" srcId="{6BFA31C1-E886-449F-A7E2-E4768DEE2F47}" destId="{323D7141-2520-487E-BE98-0786138B2B42}" srcOrd="0" destOrd="0" presId="urn:microsoft.com/office/officeart/2008/layout/VerticalCurvedList"/>
    <dgm:cxn modelId="{49CD925E-F079-4D86-88D2-C214ABD760F6}" type="presOf" srcId="{B2EAF15D-E46B-4AA7-BB2A-F55BF5A635AC}" destId="{2E1B2262-AD9C-40F3-97AB-16056C8D10A1}" srcOrd="0" destOrd="0" presId="urn:microsoft.com/office/officeart/2008/layout/VerticalCurvedList"/>
    <dgm:cxn modelId="{F8A01D55-E177-4141-9009-20AB3DCEC189}" srcId="{718148BF-D471-4959-B2AD-E07FF665D44C}" destId="{6BFA31C1-E886-449F-A7E2-E4768DEE2F47}" srcOrd="1" destOrd="0" parTransId="{2D113BDC-0EF1-4D5D-B564-CF23AB67D177}" sibTransId="{AAA87435-0DEB-4BF3-9F48-2B871DCCF4E8}"/>
    <dgm:cxn modelId="{726AC139-0105-4181-B811-412569EED7CA}" srcId="{718148BF-D471-4959-B2AD-E07FF665D44C}" destId="{5302F3A1-AED9-44FE-AB83-77E95E688493}" srcOrd="4" destOrd="0" parTransId="{43EE8DA9-B930-4114-97F5-2C94D04AD783}" sibTransId="{650661EC-9476-4FBB-ABC1-EB6FE24C2A03}"/>
    <dgm:cxn modelId="{379AE113-36C5-4594-8D83-902E74431336}" srcId="{718148BF-D471-4959-B2AD-E07FF665D44C}" destId="{B9D0B653-8593-48A6-90AB-4F56C5AA2305}" srcOrd="5" destOrd="0" parTransId="{ED704887-1DDB-4C8D-8DDA-39FD211E8AF5}" sibTransId="{7FB5423D-609C-4DF5-8BEB-344864888554}"/>
    <dgm:cxn modelId="{E8ABCB65-EC90-413D-ABCD-4AD092408993}" srcId="{718148BF-D471-4959-B2AD-E07FF665D44C}" destId="{B2EAF15D-E46B-4AA7-BB2A-F55BF5A635AC}" srcOrd="0" destOrd="0" parTransId="{871610C4-443F-4D2C-A56E-DEA6E56CE630}" sibTransId="{13281E3E-6821-4261-A30A-9E49FD81DFB3}"/>
    <dgm:cxn modelId="{011E7F4E-82F3-45A9-AF4A-05042BC1684B}" srcId="{718148BF-D471-4959-B2AD-E07FF665D44C}" destId="{627D77AF-0A49-4460-869E-B8F50F959CEC}" srcOrd="3" destOrd="0" parTransId="{C283A3A0-BBD7-401F-AB32-950BFE7128DC}" sibTransId="{D8892C19-B8C0-4108-9CC8-209A9C0D493F}"/>
    <dgm:cxn modelId="{F9707092-3906-4200-B995-EED556B48AA1}" type="presOf" srcId="{627D77AF-0A49-4460-869E-B8F50F959CEC}" destId="{D6FD2B2D-94F4-4C66-8C6D-6EE606DA7E9D}" srcOrd="0" destOrd="0" presId="urn:microsoft.com/office/officeart/2008/layout/VerticalCurvedList"/>
    <dgm:cxn modelId="{4DA02788-B455-431C-865E-F3CC0F86934A}" type="presOf" srcId="{B9D0B653-8593-48A6-90AB-4F56C5AA2305}" destId="{44E9C14C-A461-48E5-8E39-7B0F56F294A6}" srcOrd="0" destOrd="0" presId="urn:microsoft.com/office/officeart/2008/layout/VerticalCurvedList"/>
    <dgm:cxn modelId="{CF6C1F24-ED5B-40FC-8F95-DAAC9EF500AC}" srcId="{718148BF-D471-4959-B2AD-E07FF665D44C}" destId="{3F857798-4154-47F9-ACCE-982503E5B84B}" srcOrd="2" destOrd="0" parTransId="{7CACA54B-4E87-48B1-8B04-8D32AA611AAB}" sibTransId="{F23DF0E7-0895-4AD3-BB27-52D469482DC2}"/>
    <dgm:cxn modelId="{B8DF6509-9DC9-46A0-903D-9588BB51C565}" type="presOf" srcId="{13281E3E-6821-4261-A30A-9E49FD81DFB3}" destId="{CFCE2D5F-9A29-4FEA-89D0-BBC1DB7A4F2F}" srcOrd="0" destOrd="0" presId="urn:microsoft.com/office/officeart/2008/layout/VerticalCurvedList"/>
    <dgm:cxn modelId="{4C83300D-57E5-4313-AEAE-CD56EF9F923C}" type="presOf" srcId="{3F857798-4154-47F9-ACCE-982503E5B84B}" destId="{B1A07B53-E600-4FB0-AFF3-94DE1D0AD8A8}" srcOrd="0" destOrd="0" presId="urn:microsoft.com/office/officeart/2008/layout/VerticalCurvedList"/>
    <dgm:cxn modelId="{FD2C8BFE-D5A0-4A4A-B64C-F93E2D07FA6E}" type="presOf" srcId="{718148BF-D471-4959-B2AD-E07FF665D44C}" destId="{4774733B-37EC-4D14-9352-583ABBDC050C}" srcOrd="0" destOrd="0" presId="urn:microsoft.com/office/officeart/2008/layout/VerticalCurvedList"/>
    <dgm:cxn modelId="{6EF4EF47-0CA7-4E82-89B7-E03907A38A33}" type="presOf" srcId="{5302F3A1-AED9-44FE-AB83-77E95E688493}" destId="{560A218E-B6FD-45F9-A26C-C58D073083EC}" srcOrd="0" destOrd="0" presId="urn:microsoft.com/office/officeart/2008/layout/VerticalCurvedList"/>
    <dgm:cxn modelId="{E6D40864-DF0F-4D57-AE1C-5E05148C3A0F}" type="presParOf" srcId="{4774733B-37EC-4D14-9352-583ABBDC050C}" destId="{D2AD20FD-F468-4D5F-A489-8221378EED67}" srcOrd="0" destOrd="0" presId="urn:microsoft.com/office/officeart/2008/layout/VerticalCurvedList"/>
    <dgm:cxn modelId="{D187D44B-6FFE-492C-9B0A-4304A72725DF}" type="presParOf" srcId="{D2AD20FD-F468-4D5F-A489-8221378EED67}" destId="{4EFC77FA-19AD-4EB1-BCE6-B161FE6E5119}" srcOrd="0" destOrd="0" presId="urn:microsoft.com/office/officeart/2008/layout/VerticalCurvedList"/>
    <dgm:cxn modelId="{929FC99D-B1C9-491D-848A-47B391FFA345}" type="presParOf" srcId="{4EFC77FA-19AD-4EB1-BCE6-B161FE6E5119}" destId="{09858ADC-3B7A-4D05-8248-782347BAD3B1}" srcOrd="0" destOrd="0" presId="urn:microsoft.com/office/officeart/2008/layout/VerticalCurvedList"/>
    <dgm:cxn modelId="{B23A82EC-D05D-4BCC-9041-C1D0D9CB5A83}" type="presParOf" srcId="{4EFC77FA-19AD-4EB1-BCE6-B161FE6E5119}" destId="{CFCE2D5F-9A29-4FEA-89D0-BBC1DB7A4F2F}" srcOrd="1" destOrd="0" presId="urn:microsoft.com/office/officeart/2008/layout/VerticalCurvedList"/>
    <dgm:cxn modelId="{AF3B8CFE-0412-44C7-B0A4-9D6631C4B9B5}" type="presParOf" srcId="{4EFC77FA-19AD-4EB1-BCE6-B161FE6E5119}" destId="{1283E706-4FAE-44C5-8D51-75049BF2C2F6}" srcOrd="2" destOrd="0" presId="urn:microsoft.com/office/officeart/2008/layout/VerticalCurvedList"/>
    <dgm:cxn modelId="{2EBDDAFA-4A30-49D7-81A0-E2DD14754BAA}" type="presParOf" srcId="{4EFC77FA-19AD-4EB1-BCE6-B161FE6E5119}" destId="{6981868F-DF90-4E7E-8087-C8A62B4C8D0D}" srcOrd="3" destOrd="0" presId="urn:microsoft.com/office/officeart/2008/layout/VerticalCurvedList"/>
    <dgm:cxn modelId="{EF770D6F-3477-4985-82B8-BA94C3BD13F6}" type="presParOf" srcId="{D2AD20FD-F468-4D5F-A489-8221378EED67}" destId="{2E1B2262-AD9C-40F3-97AB-16056C8D10A1}" srcOrd="1" destOrd="0" presId="urn:microsoft.com/office/officeart/2008/layout/VerticalCurvedList"/>
    <dgm:cxn modelId="{28505F3E-DCA3-4211-A84E-F0610AA85003}" type="presParOf" srcId="{D2AD20FD-F468-4D5F-A489-8221378EED67}" destId="{215F0F93-83C8-4FF0-9EBB-4B828AAD36C3}" srcOrd="2" destOrd="0" presId="urn:microsoft.com/office/officeart/2008/layout/VerticalCurvedList"/>
    <dgm:cxn modelId="{B1E8A5AC-3A79-4BB4-AA12-104E30E92158}" type="presParOf" srcId="{215F0F93-83C8-4FF0-9EBB-4B828AAD36C3}" destId="{065507E2-E932-4A13-80A7-109F14F092C4}" srcOrd="0" destOrd="0" presId="urn:microsoft.com/office/officeart/2008/layout/VerticalCurvedList"/>
    <dgm:cxn modelId="{C84DCC6D-54FF-45C6-A596-5E7659430A77}" type="presParOf" srcId="{D2AD20FD-F468-4D5F-A489-8221378EED67}" destId="{323D7141-2520-487E-BE98-0786138B2B42}" srcOrd="3" destOrd="0" presId="urn:microsoft.com/office/officeart/2008/layout/VerticalCurvedList"/>
    <dgm:cxn modelId="{98AC9E19-AECB-4DF2-8D13-88E36DAD6E89}" type="presParOf" srcId="{D2AD20FD-F468-4D5F-A489-8221378EED67}" destId="{C426D224-6B34-465F-AC62-3F5F19117DC5}" srcOrd="4" destOrd="0" presId="urn:microsoft.com/office/officeart/2008/layout/VerticalCurvedList"/>
    <dgm:cxn modelId="{9BA13839-6859-440A-A786-FD5DADB58204}" type="presParOf" srcId="{C426D224-6B34-465F-AC62-3F5F19117DC5}" destId="{B1C7E59B-B6B2-48B6-9DE6-7DBEC6DCB284}" srcOrd="0" destOrd="0" presId="urn:microsoft.com/office/officeart/2008/layout/VerticalCurvedList"/>
    <dgm:cxn modelId="{383C107F-3947-4855-9345-2F04C18A85B2}" type="presParOf" srcId="{D2AD20FD-F468-4D5F-A489-8221378EED67}" destId="{B1A07B53-E600-4FB0-AFF3-94DE1D0AD8A8}" srcOrd="5" destOrd="0" presId="urn:microsoft.com/office/officeart/2008/layout/VerticalCurvedList"/>
    <dgm:cxn modelId="{47665942-7499-4D04-BEB8-B30698E9577C}" type="presParOf" srcId="{D2AD20FD-F468-4D5F-A489-8221378EED67}" destId="{6DA1828A-8501-4220-98EA-ED82B13B9C98}" srcOrd="6" destOrd="0" presId="urn:microsoft.com/office/officeart/2008/layout/VerticalCurvedList"/>
    <dgm:cxn modelId="{0E0FA385-37B6-487B-8587-114A121D937A}" type="presParOf" srcId="{6DA1828A-8501-4220-98EA-ED82B13B9C98}" destId="{DCFBCA85-454C-4787-8C11-F91651A01997}" srcOrd="0" destOrd="0" presId="urn:microsoft.com/office/officeart/2008/layout/VerticalCurvedList"/>
    <dgm:cxn modelId="{EA869D4D-C23E-4CF3-89FC-B653DFC4C17E}" type="presParOf" srcId="{D2AD20FD-F468-4D5F-A489-8221378EED67}" destId="{D6FD2B2D-94F4-4C66-8C6D-6EE606DA7E9D}" srcOrd="7" destOrd="0" presId="urn:microsoft.com/office/officeart/2008/layout/VerticalCurvedList"/>
    <dgm:cxn modelId="{BB1260F9-661D-4EE5-938B-8A0F6494331E}" type="presParOf" srcId="{D2AD20FD-F468-4D5F-A489-8221378EED67}" destId="{F336AE7D-427D-43EE-8340-E4B2FD2708BB}" srcOrd="8" destOrd="0" presId="urn:microsoft.com/office/officeart/2008/layout/VerticalCurvedList"/>
    <dgm:cxn modelId="{F6AAA640-36F5-40B5-83DB-F15F3AFD07C5}" type="presParOf" srcId="{F336AE7D-427D-43EE-8340-E4B2FD2708BB}" destId="{B34D031D-AFA9-49E5-AEDF-F213D2892B8D}" srcOrd="0" destOrd="0" presId="urn:microsoft.com/office/officeart/2008/layout/VerticalCurvedList"/>
    <dgm:cxn modelId="{6FB187C6-5DC1-4065-806E-798B26061B75}" type="presParOf" srcId="{D2AD20FD-F468-4D5F-A489-8221378EED67}" destId="{560A218E-B6FD-45F9-A26C-C58D073083EC}" srcOrd="9" destOrd="0" presId="urn:microsoft.com/office/officeart/2008/layout/VerticalCurvedList"/>
    <dgm:cxn modelId="{3DAB93B8-A270-4D3C-A621-79438AA1A3C7}" type="presParOf" srcId="{D2AD20FD-F468-4D5F-A489-8221378EED67}" destId="{5731EB2B-247F-45CF-AE93-F69A33AAE96E}" srcOrd="10" destOrd="0" presId="urn:microsoft.com/office/officeart/2008/layout/VerticalCurvedList"/>
    <dgm:cxn modelId="{08F3DED3-378E-4CD5-B72D-019DCD10D880}" type="presParOf" srcId="{5731EB2B-247F-45CF-AE93-F69A33AAE96E}" destId="{A51C6914-329A-41CB-BEA1-B5102D22790A}" srcOrd="0" destOrd="0" presId="urn:microsoft.com/office/officeart/2008/layout/VerticalCurvedList"/>
    <dgm:cxn modelId="{3DFFB7FA-A541-49EB-9280-D61E6F0579DF}" type="presParOf" srcId="{D2AD20FD-F468-4D5F-A489-8221378EED67}" destId="{44E9C14C-A461-48E5-8E39-7B0F56F294A6}" srcOrd="11" destOrd="0" presId="urn:microsoft.com/office/officeart/2008/layout/VerticalCurvedList"/>
    <dgm:cxn modelId="{5341CB82-C1D3-4891-B6A8-72E970D4789B}" type="presParOf" srcId="{D2AD20FD-F468-4D5F-A489-8221378EED67}" destId="{B6469617-6495-4882-83D7-D5552D7FCA87}" srcOrd="12" destOrd="0" presId="urn:microsoft.com/office/officeart/2008/layout/VerticalCurvedList"/>
    <dgm:cxn modelId="{1B5938E3-DD37-4DFB-965B-696277D9377A}" type="presParOf" srcId="{B6469617-6495-4882-83D7-D5552D7FCA87}" destId="{B9585343-0ADE-48E7-A35C-BF591C3A6D5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5F51E-CC62-4E60-AE5D-4005E02F5A03}">
      <dsp:nvSpPr>
        <dsp:cNvPr id="0" name=""/>
        <dsp:cNvSpPr/>
      </dsp:nvSpPr>
      <dsp:spPr>
        <a:xfrm>
          <a:off x="1658946" y="-4841"/>
          <a:ext cx="5435017" cy="5435017"/>
        </a:xfrm>
        <a:prstGeom prst="circularArrow">
          <a:avLst>
            <a:gd name="adj1" fmla="val 5274"/>
            <a:gd name="adj2" fmla="val 312630"/>
            <a:gd name="adj3" fmla="val 14222594"/>
            <a:gd name="adj4" fmla="val 17130259"/>
            <a:gd name="adj5" fmla="val 547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34966-CD3A-4B8F-B48E-2AD8A68F61DD}">
      <dsp:nvSpPr>
        <dsp:cNvPr id="0" name=""/>
        <dsp:cNvSpPr/>
      </dsp:nvSpPr>
      <dsp:spPr>
        <a:xfrm>
          <a:off x="3340038" y="1692"/>
          <a:ext cx="2072832" cy="103641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400" kern="1200" dirty="0" smtClean="0"/>
            <a:t>1</a:t>
          </a:r>
          <a:r>
            <a:rPr lang="es-CL" sz="1400" kern="1200" dirty="0" smtClean="0"/>
            <a:t>) Descripción de la situación.</a:t>
          </a:r>
          <a:endParaRPr lang="es-CL" sz="1400" kern="1200" dirty="0"/>
        </a:p>
      </dsp:txBody>
      <dsp:txXfrm>
        <a:off x="3390632" y="52286"/>
        <a:ext cx="1971644" cy="935228"/>
      </dsp:txXfrm>
    </dsp:sp>
    <dsp:sp modelId="{072D46C1-38E4-4734-B762-BC90BFB4B63B}">
      <dsp:nvSpPr>
        <dsp:cNvPr id="0" name=""/>
        <dsp:cNvSpPr/>
      </dsp:nvSpPr>
      <dsp:spPr>
        <a:xfrm>
          <a:off x="5249516" y="1104129"/>
          <a:ext cx="2072832" cy="1036416"/>
        </a:xfrm>
        <a:prstGeom prst="round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400" kern="1200" dirty="0" smtClean="0"/>
            <a:t>2</a:t>
          </a:r>
          <a:r>
            <a:rPr lang="es-CL" sz="1400" kern="1200" dirty="0" smtClean="0"/>
            <a:t>) Contactos alumnos DUOC UC.</a:t>
          </a:r>
          <a:endParaRPr lang="es-CL" sz="1400" kern="1200" dirty="0"/>
        </a:p>
      </dsp:txBody>
      <dsp:txXfrm>
        <a:off x="5300110" y="1154723"/>
        <a:ext cx="1971644" cy="935228"/>
      </dsp:txXfrm>
    </dsp:sp>
    <dsp:sp modelId="{BC01562D-EC15-4E23-8CF1-DD2A602546FE}">
      <dsp:nvSpPr>
        <dsp:cNvPr id="0" name=""/>
        <dsp:cNvSpPr/>
      </dsp:nvSpPr>
      <dsp:spPr>
        <a:xfrm>
          <a:off x="5249516" y="3309004"/>
          <a:ext cx="2072832" cy="1036416"/>
        </a:xfrm>
        <a:prstGeom prst="round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400" kern="1200" dirty="0" smtClean="0"/>
            <a:t>3</a:t>
          </a:r>
          <a:r>
            <a:rPr lang="es-CL" sz="1400" kern="1200" dirty="0" smtClean="0"/>
            <a:t>) Planteamiento del objetivo principal (construcción pagina Web).</a:t>
          </a:r>
          <a:endParaRPr lang="es-CL" sz="1400" kern="1200" dirty="0"/>
        </a:p>
      </dsp:txBody>
      <dsp:txXfrm>
        <a:off x="5300110" y="3359598"/>
        <a:ext cx="1971644" cy="935228"/>
      </dsp:txXfrm>
    </dsp:sp>
    <dsp:sp modelId="{3AE6E08C-E436-4359-AD7E-EDAE22E54A8D}">
      <dsp:nvSpPr>
        <dsp:cNvPr id="0" name=""/>
        <dsp:cNvSpPr/>
      </dsp:nvSpPr>
      <dsp:spPr>
        <a:xfrm>
          <a:off x="3340038" y="4411442"/>
          <a:ext cx="2072832" cy="1036416"/>
        </a:xfrm>
        <a:prstGeom prst="round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400" kern="1200" dirty="0" smtClean="0"/>
            <a:t>4</a:t>
          </a:r>
          <a:r>
            <a:rPr lang="es-CL" sz="1400" kern="1200" dirty="0" smtClean="0"/>
            <a:t>) Materialización del </a:t>
          </a:r>
          <a:r>
            <a:rPr lang="es-CL" sz="1400" kern="1200" dirty="0" err="1" smtClean="0"/>
            <a:t>prototipado</a:t>
          </a:r>
          <a:r>
            <a:rPr lang="es-CL" sz="1400" kern="1200" dirty="0" smtClean="0"/>
            <a:t>.</a:t>
          </a:r>
          <a:endParaRPr lang="es-CL" sz="1400" kern="1200" dirty="0"/>
        </a:p>
      </dsp:txBody>
      <dsp:txXfrm>
        <a:off x="3390632" y="4462036"/>
        <a:ext cx="1971644" cy="935228"/>
      </dsp:txXfrm>
    </dsp:sp>
    <dsp:sp modelId="{48201A10-A927-4096-AADA-6D69C0D16634}">
      <dsp:nvSpPr>
        <dsp:cNvPr id="0" name=""/>
        <dsp:cNvSpPr/>
      </dsp:nvSpPr>
      <dsp:spPr>
        <a:xfrm>
          <a:off x="1430560" y="3309004"/>
          <a:ext cx="2072832" cy="1036416"/>
        </a:xfrm>
        <a:prstGeom prst="round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400" kern="1200" dirty="0" smtClean="0"/>
            <a:t>5</a:t>
          </a:r>
          <a:r>
            <a:rPr lang="es-CL" sz="1400" kern="1200" dirty="0" smtClean="0"/>
            <a:t>) Mejoras y análisis de información estadística.</a:t>
          </a:r>
          <a:endParaRPr lang="es-CL" sz="1400" kern="1200" dirty="0"/>
        </a:p>
      </dsp:txBody>
      <dsp:txXfrm>
        <a:off x="1481154" y="3359598"/>
        <a:ext cx="1971644" cy="935228"/>
      </dsp:txXfrm>
    </dsp:sp>
    <dsp:sp modelId="{1E050F18-511B-4F0F-8811-6ED716C08FEC}">
      <dsp:nvSpPr>
        <dsp:cNvPr id="0" name=""/>
        <dsp:cNvSpPr/>
      </dsp:nvSpPr>
      <dsp:spPr>
        <a:xfrm>
          <a:off x="1430560" y="1104129"/>
          <a:ext cx="2072832" cy="1036416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400" kern="1200" dirty="0" smtClean="0"/>
            <a:t>6</a:t>
          </a:r>
          <a:r>
            <a:rPr lang="es-CL" sz="1400" kern="1200" dirty="0" smtClean="0"/>
            <a:t>) Lanzamiento página Web</a:t>
          </a:r>
          <a:endParaRPr lang="es-CL" sz="1400" kern="1200" dirty="0"/>
        </a:p>
      </dsp:txBody>
      <dsp:txXfrm>
        <a:off x="1481154" y="1154723"/>
        <a:ext cx="1971644" cy="935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E2D5F-9A29-4FEA-89D0-BBC1DB7A4F2F}">
      <dsp:nvSpPr>
        <dsp:cNvPr id="0" name=""/>
        <dsp:cNvSpPr/>
      </dsp:nvSpPr>
      <dsp:spPr>
        <a:xfrm>
          <a:off x="-6161921" y="-942722"/>
          <a:ext cx="7334995" cy="7334995"/>
        </a:xfrm>
        <a:prstGeom prst="blockArc">
          <a:avLst>
            <a:gd name="adj1" fmla="val 18900000"/>
            <a:gd name="adj2" fmla="val 2700000"/>
            <a:gd name="adj3" fmla="val 294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1B2262-AD9C-40F3-97AB-16056C8D10A1}">
      <dsp:nvSpPr>
        <dsp:cNvPr id="0" name=""/>
        <dsp:cNvSpPr/>
      </dsp:nvSpPr>
      <dsp:spPr>
        <a:xfrm>
          <a:off x="436822" y="286973"/>
          <a:ext cx="9767324" cy="5737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397" tIns="27940" rIns="27940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Programación de página web mediante el software Visual Studio </a:t>
          </a:r>
          <a:r>
            <a:rPr lang="es-CL" sz="11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Code</a:t>
          </a: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. Se estudió la materia cursada en el Instituto, analizó distintas formas de realizarla.</a:t>
          </a:r>
          <a:endParaRPr lang="es-CL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6822" y="286973"/>
        <a:ext cx="9767324" cy="573728"/>
      </dsp:txXfrm>
    </dsp:sp>
    <dsp:sp modelId="{065507E2-E932-4A13-80A7-109F14F092C4}">
      <dsp:nvSpPr>
        <dsp:cNvPr id="0" name=""/>
        <dsp:cNvSpPr/>
      </dsp:nvSpPr>
      <dsp:spPr>
        <a:xfrm>
          <a:off x="78242" y="215257"/>
          <a:ext cx="717160" cy="7171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D7141-2520-487E-BE98-0786138B2B42}">
      <dsp:nvSpPr>
        <dsp:cNvPr id="0" name=""/>
        <dsp:cNvSpPr/>
      </dsp:nvSpPr>
      <dsp:spPr>
        <a:xfrm>
          <a:off x="908753" y="1147457"/>
          <a:ext cx="9295393" cy="573728"/>
        </a:xfrm>
        <a:prstGeom prst="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397" tIns="27940" rIns="27940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Análisis y búsqueda de información en la red (</a:t>
          </a:r>
          <a:r>
            <a:rPr lang="es-CL" sz="11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youtube</a:t>
          </a: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/usabilidad – pagina web </a:t>
          </a:r>
          <a:r>
            <a:rPr lang="es-CL" sz="11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Glitch</a:t>
          </a: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 – </a:t>
          </a:r>
          <a:r>
            <a:rPr lang="es-CL" sz="11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Pag</a:t>
          </a: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CL" sz="11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Getboost</a:t>
          </a: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CL" sz="11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trap</a:t>
          </a: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).</a:t>
          </a:r>
          <a:endParaRPr lang="es-CL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08753" y="1147457"/>
        <a:ext cx="9295393" cy="573728"/>
      </dsp:txXfrm>
    </dsp:sp>
    <dsp:sp modelId="{B1C7E59B-B6B2-48B6-9DE6-7DBEC6DCB284}">
      <dsp:nvSpPr>
        <dsp:cNvPr id="0" name=""/>
        <dsp:cNvSpPr/>
      </dsp:nvSpPr>
      <dsp:spPr>
        <a:xfrm>
          <a:off x="550173" y="1075741"/>
          <a:ext cx="717160" cy="7171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351709"/>
              <a:satOff val="-3484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07B53-E600-4FB0-AFF3-94DE1D0AD8A8}">
      <dsp:nvSpPr>
        <dsp:cNvPr id="0" name=""/>
        <dsp:cNvSpPr/>
      </dsp:nvSpPr>
      <dsp:spPr>
        <a:xfrm>
          <a:off x="1158150" y="2009341"/>
          <a:ext cx="9079591" cy="573728"/>
        </a:xfrm>
        <a:prstGeom prst="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397" tIns="27940" rIns="27940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Adquisición de imágenes públicas de Internet.</a:t>
          </a:r>
          <a:endParaRPr lang="es-CL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58150" y="2009341"/>
        <a:ext cx="9079591" cy="573728"/>
      </dsp:txXfrm>
    </dsp:sp>
    <dsp:sp modelId="{DCFBCA85-454C-4787-8C11-F91651A01997}">
      <dsp:nvSpPr>
        <dsp:cNvPr id="0" name=""/>
        <dsp:cNvSpPr/>
      </dsp:nvSpPr>
      <dsp:spPr>
        <a:xfrm>
          <a:off x="765975" y="1936225"/>
          <a:ext cx="717160" cy="7171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703417"/>
              <a:satOff val="-6968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FD2B2D-94F4-4C66-8C6D-6EE606DA7E9D}">
      <dsp:nvSpPr>
        <dsp:cNvPr id="0" name=""/>
        <dsp:cNvSpPr/>
      </dsp:nvSpPr>
      <dsp:spPr>
        <a:xfrm>
          <a:off x="1124555" y="2867880"/>
          <a:ext cx="9079591" cy="573728"/>
        </a:xfrm>
        <a:prstGeom prst="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397" tIns="27940" rIns="27940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Conocimientos, desarrollo de pruebas, y búsqueda en materias cursadas.</a:t>
          </a:r>
          <a:endParaRPr lang="es-CL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24555" y="2867880"/>
        <a:ext cx="9079591" cy="573728"/>
      </dsp:txXfrm>
    </dsp:sp>
    <dsp:sp modelId="{B34D031D-AFA9-49E5-AEDF-F213D2892B8D}">
      <dsp:nvSpPr>
        <dsp:cNvPr id="0" name=""/>
        <dsp:cNvSpPr/>
      </dsp:nvSpPr>
      <dsp:spPr>
        <a:xfrm>
          <a:off x="765975" y="2796164"/>
          <a:ext cx="717160" cy="7171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5126"/>
              <a:satOff val="-10451"/>
              <a:lumOff val="-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A218E-B6FD-45F9-A26C-C58D073083EC}">
      <dsp:nvSpPr>
        <dsp:cNvPr id="0" name=""/>
        <dsp:cNvSpPr/>
      </dsp:nvSpPr>
      <dsp:spPr>
        <a:xfrm>
          <a:off x="908753" y="3728364"/>
          <a:ext cx="9295393" cy="573728"/>
        </a:xfrm>
        <a:prstGeom prst="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397" tIns="27940" rIns="27940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1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Tester</a:t>
          </a: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 en Visual </a:t>
          </a:r>
          <a:r>
            <a:rPr lang="es-CL" sz="11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studio</a:t>
          </a: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CL" sz="11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Code</a:t>
          </a: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s-CL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08753" y="3728364"/>
        <a:ext cx="9295393" cy="573728"/>
      </dsp:txXfrm>
    </dsp:sp>
    <dsp:sp modelId="{A51C6914-329A-41CB-BEA1-B5102D22790A}">
      <dsp:nvSpPr>
        <dsp:cNvPr id="0" name=""/>
        <dsp:cNvSpPr/>
      </dsp:nvSpPr>
      <dsp:spPr>
        <a:xfrm>
          <a:off x="550173" y="3656648"/>
          <a:ext cx="717160" cy="7171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406834"/>
              <a:satOff val="-13935"/>
              <a:lumOff val="-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E9C14C-A461-48E5-8E39-7B0F56F294A6}">
      <dsp:nvSpPr>
        <dsp:cNvPr id="0" name=""/>
        <dsp:cNvSpPr/>
      </dsp:nvSpPr>
      <dsp:spPr>
        <a:xfrm>
          <a:off x="413967" y="4588848"/>
          <a:ext cx="9767324" cy="573728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397" tIns="27940" rIns="27940" bIns="2794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Visualización y mejoras en la herramienta (visual </a:t>
          </a:r>
          <a:r>
            <a:rPr lang="es-CL" sz="11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studio</a:t>
          </a:r>
          <a:r>
            <a:rPr lang="es-CL" sz="1100" kern="1200" dirty="0" smtClean="0">
              <a:latin typeface="Arial" panose="020B0604020202020204" pitchFamily="34" charset="0"/>
              <a:cs typeface="Arial" panose="020B0604020202020204" pitchFamily="34" charset="0"/>
            </a:rPr>
            <a:t>). </a:t>
          </a:r>
          <a:endParaRPr lang="es-CL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3967" y="4588848"/>
        <a:ext cx="9767324" cy="573728"/>
      </dsp:txXfrm>
    </dsp:sp>
    <dsp:sp modelId="{B9585343-0ADE-48E7-A35C-BF591C3A6D56}">
      <dsp:nvSpPr>
        <dsp:cNvPr id="0" name=""/>
        <dsp:cNvSpPr/>
      </dsp:nvSpPr>
      <dsp:spPr>
        <a:xfrm>
          <a:off x="78242" y="4517131"/>
          <a:ext cx="717160" cy="7171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348A2-DE98-4948-9BD9-87321A94735A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09394-0611-FE4A-A3A3-A7E5362AE4D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8332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D1544D-F39A-4F55-BC21-9BE909A9BAC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3356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sz="2400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D1544D-F39A-4F55-BC21-9BE909A9BAC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663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="1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D1544D-F39A-4F55-BC21-9BE909A9BAC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4948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="1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D1544D-F39A-4F55-BC21-9BE909A9BAC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4948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="1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D1544D-F39A-4F55-BC21-9BE909A9BAC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4948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D1544D-F39A-4F55-BC21-9BE909A9BAC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3894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D1544D-F39A-4F55-BC21-9BE909A9BAC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3356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70171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61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91787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5918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69175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3535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7420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311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4030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5769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2067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907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01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846BD-2AF5-5D40-A260-01B245D064B0}" type="datetimeFigureOut">
              <a:rPr lang="es-ES_tradnl" smtClean="0"/>
              <a:t>04/04/2022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A45B7-4877-7642-B940-7F3FB980EAA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2105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00" y="0"/>
            <a:ext cx="4660900" cy="6858000"/>
          </a:xfrm>
          <a:prstGeom prst="rect">
            <a:avLst/>
          </a:prstGeom>
        </p:spPr>
      </p:pic>
      <p:sp>
        <p:nvSpPr>
          <p:cNvPr id="3" name="Textfeld 26"/>
          <p:cNvSpPr txBox="1"/>
          <p:nvPr/>
        </p:nvSpPr>
        <p:spPr>
          <a:xfrm>
            <a:off x="652465" y="3737319"/>
            <a:ext cx="38481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500" b="1" dirty="0" smtClean="0">
                <a:solidFill>
                  <a:schemeClr val="accent3"/>
                </a:solidFill>
                <a:latin typeface="+mj-lt"/>
              </a:rPr>
              <a:t>Abril 2022</a:t>
            </a:r>
            <a:endParaRPr lang="es-ES_tradnl" sz="15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4" name="Textfeld 30"/>
          <p:cNvSpPr txBox="1"/>
          <p:nvPr/>
        </p:nvSpPr>
        <p:spPr>
          <a:xfrm>
            <a:off x="539730" y="2597404"/>
            <a:ext cx="6813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Proyecto</a:t>
            </a:r>
          </a:p>
          <a:p>
            <a:r>
              <a:rPr lang="es-ES_tradnl" sz="2000" b="1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JARDINERÍA </a:t>
            </a:r>
            <a:r>
              <a:rPr lang="es-ES_tradnl" sz="2000" b="1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PRIMATE</a:t>
            </a:r>
            <a:r>
              <a:rPr lang="es-ES_tradnl" sz="2000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lang="es-ES_tradnl" sz="2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Freeform 110"/>
          <p:cNvSpPr>
            <a:spLocks noChangeArrowheads="1"/>
          </p:cNvSpPr>
          <p:nvPr/>
        </p:nvSpPr>
        <p:spPr bwMode="auto">
          <a:xfrm>
            <a:off x="192769" y="3639885"/>
            <a:ext cx="228633" cy="185049"/>
          </a:xfrm>
          <a:custGeom>
            <a:avLst/>
            <a:gdLst>
              <a:gd name="T0" fmla="*/ 444 w 462"/>
              <a:gd name="T1" fmla="*/ 9 h 373"/>
              <a:gd name="T2" fmla="*/ 444 w 462"/>
              <a:gd name="T3" fmla="*/ 9 h 373"/>
              <a:gd name="T4" fmla="*/ 9 w 462"/>
              <a:gd name="T5" fmla="*/ 160 h 373"/>
              <a:gd name="T6" fmla="*/ 9 w 462"/>
              <a:gd name="T7" fmla="*/ 169 h 373"/>
              <a:gd name="T8" fmla="*/ 98 w 462"/>
              <a:gd name="T9" fmla="*/ 213 h 373"/>
              <a:gd name="T10" fmla="*/ 98 w 462"/>
              <a:gd name="T11" fmla="*/ 213 h 373"/>
              <a:gd name="T12" fmla="*/ 160 w 462"/>
              <a:gd name="T13" fmla="*/ 230 h 373"/>
              <a:gd name="T14" fmla="*/ 434 w 462"/>
              <a:gd name="T15" fmla="*/ 35 h 373"/>
              <a:gd name="T16" fmla="*/ 434 w 462"/>
              <a:gd name="T17" fmla="*/ 35 h 373"/>
              <a:gd name="T18" fmla="*/ 240 w 462"/>
              <a:gd name="T19" fmla="*/ 248 h 373"/>
              <a:gd name="T20" fmla="*/ 240 w 462"/>
              <a:gd name="T21" fmla="*/ 248 h 373"/>
              <a:gd name="T22" fmla="*/ 231 w 462"/>
              <a:gd name="T23" fmla="*/ 257 h 373"/>
              <a:gd name="T24" fmla="*/ 240 w 462"/>
              <a:gd name="T25" fmla="*/ 266 h 373"/>
              <a:gd name="T26" fmla="*/ 240 w 462"/>
              <a:gd name="T27" fmla="*/ 266 h 373"/>
              <a:gd name="T28" fmla="*/ 363 w 462"/>
              <a:gd name="T29" fmla="*/ 337 h 373"/>
              <a:gd name="T30" fmla="*/ 390 w 462"/>
              <a:gd name="T31" fmla="*/ 328 h 373"/>
              <a:gd name="T32" fmla="*/ 461 w 462"/>
              <a:gd name="T33" fmla="*/ 18 h 373"/>
              <a:gd name="T34" fmla="*/ 444 w 462"/>
              <a:gd name="T35" fmla="*/ 9 h 373"/>
              <a:gd name="T36" fmla="*/ 160 w 462"/>
              <a:gd name="T37" fmla="*/ 363 h 373"/>
              <a:gd name="T38" fmla="*/ 160 w 462"/>
              <a:gd name="T39" fmla="*/ 363 h 373"/>
              <a:gd name="T40" fmla="*/ 169 w 462"/>
              <a:gd name="T41" fmla="*/ 372 h 373"/>
              <a:gd name="T42" fmla="*/ 240 w 462"/>
              <a:gd name="T43" fmla="*/ 310 h 373"/>
              <a:gd name="T44" fmla="*/ 160 w 462"/>
              <a:gd name="T45" fmla="*/ 266 h 373"/>
              <a:gd name="T46" fmla="*/ 160 w 462"/>
              <a:gd name="T47" fmla="*/ 363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2" h="373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lnTo>
                  <a:pt x="98" y="213"/>
                </a:ln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lnTo>
                  <a:pt x="240" y="266"/>
                </a:ln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45712" tIns="22856" rIns="45712" bIns="22856" anchor="ctr"/>
          <a:lstStyle/>
          <a:p>
            <a:pPr>
              <a:defRPr/>
            </a:pPr>
            <a:endParaRPr lang="es-ES_tradnl" sz="900" dirty="0"/>
          </a:p>
        </p:txBody>
      </p:sp>
      <p:sp>
        <p:nvSpPr>
          <p:cNvPr id="10" name="Textfeld 26"/>
          <p:cNvSpPr txBox="1"/>
          <p:nvPr/>
        </p:nvSpPr>
        <p:spPr>
          <a:xfrm>
            <a:off x="652465" y="5938242"/>
            <a:ext cx="3848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500" dirty="0" smtClean="0">
                <a:solidFill>
                  <a:schemeClr val="accent3"/>
                </a:solidFill>
                <a:latin typeface="+mj-lt"/>
              </a:rPr>
              <a:t>Nombre modulo: </a:t>
            </a:r>
            <a:r>
              <a:rPr lang="es-ES_tradnl" sz="1500" dirty="0" smtClean="0">
                <a:solidFill>
                  <a:schemeClr val="accent3"/>
                </a:solidFill>
                <a:latin typeface="+mj-lt"/>
              </a:rPr>
              <a:t>Programación Web.</a:t>
            </a:r>
            <a:endParaRPr lang="es-ES_tradnl" sz="1500" dirty="0" smtClean="0">
              <a:solidFill>
                <a:schemeClr val="accent3"/>
              </a:solidFill>
              <a:latin typeface="+mj-lt"/>
            </a:endParaRPr>
          </a:p>
          <a:p>
            <a:r>
              <a:rPr lang="es-ES_tradnl" sz="1500" dirty="0" smtClean="0">
                <a:solidFill>
                  <a:schemeClr val="accent3"/>
                </a:solidFill>
                <a:latin typeface="+mj-lt"/>
              </a:rPr>
              <a:t>Alumno: Cristian Bravo Valdés.</a:t>
            </a:r>
          </a:p>
          <a:p>
            <a:r>
              <a:rPr lang="es-ES_tradnl" sz="1500" dirty="0" smtClean="0">
                <a:solidFill>
                  <a:schemeClr val="accent3"/>
                </a:solidFill>
                <a:latin typeface="+mj-lt"/>
              </a:rPr>
              <a:t>Sección: </a:t>
            </a:r>
            <a:r>
              <a:rPr lang="es-ES_tradnl" sz="1500" dirty="0" smtClean="0">
                <a:solidFill>
                  <a:schemeClr val="accent3"/>
                </a:solidFill>
                <a:latin typeface="+mj-lt"/>
              </a:rPr>
              <a:t>008D</a:t>
            </a:r>
            <a:endParaRPr lang="es-ES_tradnl" sz="1500" dirty="0">
              <a:solidFill>
                <a:schemeClr val="accent3"/>
              </a:solidFill>
              <a:latin typeface="+mj-lt"/>
            </a:endParaRPr>
          </a:p>
          <a:p>
            <a:endParaRPr lang="es-ES_tradnl" sz="1500" dirty="0"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4098" name="Picture 2" descr="Historias: Duoc UC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2" t="26618" r="6721" b="31709"/>
          <a:stretch/>
        </p:blipFill>
        <p:spPr bwMode="auto">
          <a:xfrm>
            <a:off x="-496" y="8302"/>
            <a:ext cx="2485991" cy="61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7336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29"/>
          <p:cNvSpPr txBox="1"/>
          <p:nvPr/>
        </p:nvSpPr>
        <p:spPr>
          <a:xfrm>
            <a:off x="1219390" y="1313738"/>
            <a:ext cx="996122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2000" dirty="0" smtClean="0">
                <a:latin typeface="Century Gothic" panose="020B0502020202020204" pitchFamily="34" charset="0"/>
              </a:rPr>
              <a:t>Una comunidad de vecinos visualizó la necesidad de ayudar y contribuir a una fundación sin fines de lucro.</a:t>
            </a:r>
          </a:p>
          <a:p>
            <a:pPr algn="just"/>
            <a:endParaRPr lang="es-ES_tradnl" sz="2000" dirty="0" smtClean="0">
              <a:latin typeface="Century Gothic" panose="020B0502020202020204" pitchFamily="34" charset="0"/>
            </a:endParaRPr>
          </a:p>
          <a:p>
            <a:pPr algn="just"/>
            <a:r>
              <a:rPr lang="es-ES_tradnl" sz="2000" dirty="0">
                <a:latin typeface="Century Gothic" panose="020B0502020202020204" pitchFamily="34" charset="0"/>
              </a:rPr>
              <a:t>Dentro de estas necesidad, encontraron en el área de jardinería una oportunidad para contribuir a esta fundación, para ello decidieron apoyar mediante la venta de distintos accesorios de la misma </a:t>
            </a:r>
            <a:r>
              <a:rPr lang="es-ES_tradnl" sz="2000" dirty="0" smtClean="0">
                <a:latin typeface="Century Gothic" panose="020B0502020202020204" pitchFamily="34" charset="0"/>
              </a:rPr>
              <a:t>área </a:t>
            </a:r>
            <a:r>
              <a:rPr lang="es-ES_tradnl" sz="2000" dirty="0">
                <a:latin typeface="Century Gothic" panose="020B0502020202020204" pitchFamily="34" charset="0"/>
              </a:rPr>
              <a:t>antes mencionada, como: maceteros, herramientas de </a:t>
            </a:r>
            <a:r>
              <a:rPr lang="es-ES_tradnl" sz="2000" dirty="0" smtClean="0">
                <a:latin typeface="Century Gothic" panose="020B0502020202020204" pitchFamily="34" charset="0"/>
              </a:rPr>
              <a:t>jardinería, </a:t>
            </a:r>
            <a:r>
              <a:rPr lang="es-ES_tradnl" sz="2000" dirty="0">
                <a:latin typeface="Century Gothic" panose="020B0502020202020204" pitchFamily="34" charset="0"/>
              </a:rPr>
              <a:t>tierras, fertilizantes y accesorios. </a:t>
            </a:r>
            <a:r>
              <a:rPr lang="es-ES_tradnl" sz="2000" dirty="0">
                <a:latin typeface="Century Gothic" panose="020B0502020202020204" pitchFamily="34" charset="0"/>
              </a:rPr>
              <a:t>Asimismo, como brindar consejos o </a:t>
            </a:r>
            <a:r>
              <a:rPr lang="es-ES_tradnl" sz="2000" dirty="0" err="1">
                <a:latin typeface="Century Gothic" panose="020B0502020202020204" pitchFamily="34" charset="0"/>
              </a:rPr>
              <a:t>tip’s</a:t>
            </a:r>
            <a:r>
              <a:rPr lang="es-ES_tradnl" sz="2000" dirty="0">
                <a:latin typeface="Century Gothic" panose="020B0502020202020204" pitchFamily="34" charset="0"/>
              </a:rPr>
              <a:t> a los compradores para desarrollar esta </a:t>
            </a:r>
            <a:r>
              <a:rPr lang="es-ES_tradnl" sz="2000" dirty="0" smtClean="0">
                <a:latin typeface="Century Gothic" panose="020B0502020202020204" pitchFamily="34" charset="0"/>
              </a:rPr>
              <a:t>área.</a:t>
            </a:r>
          </a:p>
          <a:p>
            <a:pPr algn="just"/>
            <a:endParaRPr lang="es-ES_tradnl" sz="2000" dirty="0">
              <a:latin typeface="Century Gothic" panose="020B0502020202020204" pitchFamily="34" charset="0"/>
            </a:endParaRPr>
          </a:p>
          <a:p>
            <a:pPr algn="just"/>
            <a:r>
              <a:rPr lang="es-ES_tradnl" sz="2000" dirty="0" smtClean="0">
                <a:latin typeface="Century Gothic" panose="020B0502020202020204" pitchFamily="34" charset="0"/>
              </a:rPr>
              <a:t>Mediante distintos contactos, se generó el lazo con alumnos del Instituto DUOC UC para el desarrollo de una pagina web con el fin de promocionar y darle un empuje a la comercialización de sus productos.</a:t>
            </a:r>
            <a:endParaRPr lang="es-ES_tradnl" sz="2000" dirty="0">
              <a:latin typeface="Century Gothic" panose="020B0502020202020204" pitchFamily="34" charset="0"/>
            </a:endParaRPr>
          </a:p>
          <a:p>
            <a:pPr algn="just"/>
            <a:endParaRPr lang="es-ES_tradnl" sz="2000" b="1" dirty="0">
              <a:latin typeface="Century Gothic" panose="020B0502020202020204" pitchFamily="34" charset="0"/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340921" y="489663"/>
            <a:ext cx="409990" cy="4099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 dirty="0"/>
          </a:p>
        </p:txBody>
      </p:sp>
      <p:sp>
        <p:nvSpPr>
          <p:cNvPr id="31" name="Textfeld 30"/>
          <p:cNvSpPr txBox="1"/>
          <p:nvPr/>
        </p:nvSpPr>
        <p:spPr>
          <a:xfrm>
            <a:off x="881065" y="344901"/>
            <a:ext cx="5000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Antecedentes</a:t>
            </a:r>
            <a:endParaRPr lang="es-ES_tradnl" sz="2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4" name="Freeform 110"/>
          <p:cNvSpPr>
            <a:spLocks noChangeArrowheads="1"/>
          </p:cNvSpPr>
          <p:nvPr/>
        </p:nvSpPr>
        <p:spPr bwMode="auto">
          <a:xfrm>
            <a:off x="421369" y="601410"/>
            <a:ext cx="228633" cy="185049"/>
          </a:xfrm>
          <a:custGeom>
            <a:avLst/>
            <a:gdLst>
              <a:gd name="T0" fmla="*/ 444 w 462"/>
              <a:gd name="T1" fmla="*/ 9 h 373"/>
              <a:gd name="T2" fmla="*/ 444 w 462"/>
              <a:gd name="T3" fmla="*/ 9 h 373"/>
              <a:gd name="T4" fmla="*/ 9 w 462"/>
              <a:gd name="T5" fmla="*/ 160 h 373"/>
              <a:gd name="T6" fmla="*/ 9 w 462"/>
              <a:gd name="T7" fmla="*/ 169 h 373"/>
              <a:gd name="T8" fmla="*/ 98 w 462"/>
              <a:gd name="T9" fmla="*/ 213 h 373"/>
              <a:gd name="T10" fmla="*/ 98 w 462"/>
              <a:gd name="T11" fmla="*/ 213 h 373"/>
              <a:gd name="T12" fmla="*/ 160 w 462"/>
              <a:gd name="T13" fmla="*/ 230 h 373"/>
              <a:gd name="T14" fmla="*/ 434 w 462"/>
              <a:gd name="T15" fmla="*/ 35 h 373"/>
              <a:gd name="T16" fmla="*/ 434 w 462"/>
              <a:gd name="T17" fmla="*/ 35 h 373"/>
              <a:gd name="T18" fmla="*/ 240 w 462"/>
              <a:gd name="T19" fmla="*/ 248 h 373"/>
              <a:gd name="T20" fmla="*/ 240 w 462"/>
              <a:gd name="T21" fmla="*/ 248 h 373"/>
              <a:gd name="T22" fmla="*/ 231 w 462"/>
              <a:gd name="T23" fmla="*/ 257 h 373"/>
              <a:gd name="T24" fmla="*/ 240 w 462"/>
              <a:gd name="T25" fmla="*/ 266 h 373"/>
              <a:gd name="T26" fmla="*/ 240 w 462"/>
              <a:gd name="T27" fmla="*/ 266 h 373"/>
              <a:gd name="T28" fmla="*/ 363 w 462"/>
              <a:gd name="T29" fmla="*/ 337 h 373"/>
              <a:gd name="T30" fmla="*/ 390 w 462"/>
              <a:gd name="T31" fmla="*/ 328 h 373"/>
              <a:gd name="T32" fmla="*/ 461 w 462"/>
              <a:gd name="T33" fmla="*/ 18 h 373"/>
              <a:gd name="T34" fmla="*/ 444 w 462"/>
              <a:gd name="T35" fmla="*/ 9 h 373"/>
              <a:gd name="T36" fmla="*/ 160 w 462"/>
              <a:gd name="T37" fmla="*/ 363 h 373"/>
              <a:gd name="T38" fmla="*/ 160 w 462"/>
              <a:gd name="T39" fmla="*/ 363 h 373"/>
              <a:gd name="T40" fmla="*/ 169 w 462"/>
              <a:gd name="T41" fmla="*/ 372 h 373"/>
              <a:gd name="T42" fmla="*/ 240 w 462"/>
              <a:gd name="T43" fmla="*/ 310 h 373"/>
              <a:gd name="T44" fmla="*/ 160 w 462"/>
              <a:gd name="T45" fmla="*/ 266 h 373"/>
              <a:gd name="T46" fmla="*/ 160 w 462"/>
              <a:gd name="T47" fmla="*/ 363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2" h="373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lnTo>
                  <a:pt x="98" y="213"/>
                </a:ln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lnTo>
                  <a:pt x="240" y="266"/>
                </a:ln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45712" tIns="22856" rIns="45712" bIns="22856" anchor="ctr"/>
          <a:lstStyle/>
          <a:p>
            <a:pPr>
              <a:defRPr/>
            </a:pPr>
            <a:endParaRPr lang="es-ES_tradnl" sz="900" dirty="0"/>
          </a:p>
        </p:txBody>
      </p:sp>
      <p:sp>
        <p:nvSpPr>
          <p:cNvPr id="36" name="Textfeld 35"/>
          <p:cNvSpPr txBox="1"/>
          <p:nvPr/>
        </p:nvSpPr>
        <p:spPr>
          <a:xfrm>
            <a:off x="10877717" y="6111509"/>
            <a:ext cx="981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2000" dirty="0">
                <a:solidFill>
                  <a:schemeClr val="accent3"/>
                </a:solidFill>
                <a:latin typeface="Century Gothic" panose="020B0502020202020204" pitchFamily="34" charset="0"/>
                <a:cs typeface="Calibri Light"/>
              </a:rPr>
              <a:t>00</a:t>
            </a:r>
            <a:fld id="{260E2A6B-A809-4840-BF14-8648BC0BDF87}" type="slidenum">
              <a:rPr lang="es-ES_tradnl" sz="2000">
                <a:solidFill>
                  <a:schemeClr val="accent3"/>
                </a:solidFill>
                <a:latin typeface="Century Gothic" panose="020B0502020202020204" pitchFamily="34" charset="0"/>
                <a:cs typeface="Calibri Light"/>
              </a:rPr>
              <a:pPr algn="r"/>
              <a:t>2</a:t>
            </a:fld>
            <a:endParaRPr lang="es-ES_tradnl" sz="2000" b="1" dirty="0">
              <a:solidFill>
                <a:schemeClr val="accent3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7" name="Gerader Verbinder 36"/>
          <p:cNvCxnSpPr/>
          <p:nvPr/>
        </p:nvCxnSpPr>
        <p:spPr>
          <a:xfrm>
            <a:off x="11283298" y="6169217"/>
            <a:ext cx="0" cy="23852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Historias: Duoc UC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2" t="26618" r="6721" b="31709"/>
          <a:stretch/>
        </p:blipFill>
        <p:spPr bwMode="auto">
          <a:xfrm>
            <a:off x="9709538" y="6373"/>
            <a:ext cx="2485991" cy="61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03220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6" grpId="0" animBg="1"/>
      <p:bldP spid="31" grpId="0"/>
      <p:bldP spid="34" grpId="0" animBg="1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llipse 36"/>
          <p:cNvSpPr/>
          <p:nvPr/>
        </p:nvSpPr>
        <p:spPr>
          <a:xfrm>
            <a:off x="340921" y="489663"/>
            <a:ext cx="409990" cy="4099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 dirty="0"/>
          </a:p>
        </p:txBody>
      </p:sp>
      <p:sp>
        <p:nvSpPr>
          <p:cNvPr id="39" name="Textfeld 38"/>
          <p:cNvSpPr txBox="1"/>
          <p:nvPr/>
        </p:nvSpPr>
        <p:spPr>
          <a:xfrm>
            <a:off x="881065" y="341970"/>
            <a:ext cx="5000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Caso:</a:t>
            </a:r>
            <a:endParaRPr lang="es-ES_tradnl" sz="2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0" name="Freeform 110"/>
          <p:cNvSpPr>
            <a:spLocks noChangeArrowheads="1"/>
          </p:cNvSpPr>
          <p:nvPr/>
        </p:nvSpPr>
        <p:spPr bwMode="auto">
          <a:xfrm>
            <a:off x="421369" y="601410"/>
            <a:ext cx="228633" cy="185049"/>
          </a:xfrm>
          <a:custGeom>
            <a:avLst/>
            <a:gdLst>
              <a:gd name="T0" fmla="*/ 444 w 462"/>
              <a:gd name="T1" fmla="*/ 9 h 373"/>
              <a:gd name="T2" fmla="*/ 444 w 462"/>
              <a:gd name="T3" fmla="*/ 9 h 373"/>
              <a:gd name="T4" fmla="*/ 9 w 462"/>
              <a:gd name="T5" fmla="*/ 160 h 373"/>
              <a:gd name="T6" fmla="*/ 9 w 462"/>
              <a:gd name="T7" fmla="*/ 169 h 373"/>
              <a:gd name="T8" fmla="*/ 98 w 462"/>
              <a:gd name="T9" fmla="*/ 213 h 373"/>
              <a:gd name="T10" fmla="*/ 98 w 462"/>
              <a:gd name="T11" fmla="*/ 213 h 373"/>
              <a:gd name="T12" fmla="*/ 160 w 462"/>
              <a:gd name="T13" fmla="*/ 230 h 373"/>
              <a:gd name="T14" fmla="*/ 434 w 462"/>
              <a:gd name="T15" fmla="*/ 35 h 373"/>
              <a:gd name="T16" fmla="*/ 434 w 462"/>
              <a:gd name="T17" fmla="*/ 35 h 373"/>
              <a:gd name="T18" fmla="*/ 240 w 462"/>
              <a:gd name="T19" fmla="*/ 248 h 373"/>
              <a:gd name="T20" fmla="*/ 240 w 462"/>
              <a:gd name="T21" fmla="*/ 248 h 373"/>
              <a:gd name="T22" fmla="*/ 231 w 462"/>
              <a:gd name="T23" fmla="*/ 257 h 373"/>
              <a:gd name="T24" fmla="*/ 240 w 462"/>
              <a:gd name="T25" fmla="*/ 266 h 373"/>
              <a:gd name="T26" fmla="*/ 240 w 462"/>
              <a:gd name="T27" fmla="*/ 266 h 373"/>
              <a:gd name="T28" fmla="*/ 363 w 462"/>
              <a:gd name="T29" fmla="*/ 337 h 373"/>
              <a:gd name="T30" fmla="*/ 390 w 462"/>
              <a:gd name="T31" fmla="*/ 328 h 373"/>
              <a:gd name="T32" fmla="*/ 461 w 462"/>
              <a:gd name="T33" fmla="*/ 18 h 373"/>
              <a:gd name="T34" fmla="*/ 444 w 462"/>
              <a:gd name="T35" fmla="*/ 9 h 373"/>
              <a:gd name="T36" fmla="*/ 160 w 462"/>
              <a:gd name="T37" fmla="*/ 363 h 373"/>
              <a:gd name="T38" fmla="*/ 160 w 462"/>
              <a:gd name="T39" fmla="*/ 363 h 373"/>
              <a:gd name="T40" fmla="*/ 169 w 462"/>
              <a:gd name="T41" fmla="*/ 372 h 373"/>
              <a:gd name="T42" fmla="*/ 240 w 462"/>
              <a:gd name="T43" fmla="*/ 310 h 373"/>
              <a:gd name="T44" fmla="*/ 160 w 462"/>
              <a:gd name="T45" fmla="*/ 266 h 373"/>
              <a:gd name="T46" fmla="*/ 160 w 462"/>
              <a:gd name="T47" fmla="*/ 363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2" h="373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lnTo>
                  <a:pt x="98" y="213"/>
                </a:ln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lnTo>
                  <a:pt x="240" y="266"/>
                </a:ln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45712" tIns="22856" rIns="45712" bIns="22856" anchor="ctr"/>
          <a:lstStyle/>
          <a:p>
            <a:pPr>
              <a:defRPr/>
            </a:pPr>
            <a:endParaRPr lang="es-ES_tradnl" sz="900" dirty="0"/>
          </a:p>
        </p:txBody>
      </p:sp>
      <p:sp>
        <p:nvSpPr>
          <p:cNvPr id="65" name="Textfeld 64"/>
          <p:cNvSpPr txBox="1"/>
          <p:nvPr/>
        </p:nvSpPr>
        <p:spPr>
          <a:xfrm>
            <a:off x="10877717" y="6111509"/>
            <a:ext cx="981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2000" dirty="0">
                <a:solidFill>
                  <a:schemeClr val="accent3"/>
                </a:solidFill>
                <a:latin typeface="Century Gothic" panose="020B0502020202020204" pitchFamily="34" charset="0"/>
                <a:cs typeface="Calibri Light"/>
              </a:rPr>
              <a:t>00</a:t>
            </a:r>
            <a:fld id="{260E2A6B-A809-4840-BF14-8648BC0BDF87}" type="slidenum">
              <a:rPr lang="es-ES_tradnl" sz="2000">
                <a:solidFill>
                  <a:schemeClr val="accent3"/>
                </a:solidFill>
                <a:latin typeface="Century Gothic" panose="020B0502020202020204" pitchFamily="34" charset="0"/>
                <a:cs typeface="Calibri Light"/>
              </a:rPr>
              <a:pPr algn="r"/>
              <a:t>3</a:t>
            </a:fld>
            <a:endParaRPr lang="es-ES_tradnl" sz="2000" b="1" dirty="0">
              <a:solidFill>
                <a:schemeClr val="accent3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71" name="Gerader Verbinder 70"/>
          <p:cNvCxnSpPr/>
          <p:nvPr/>
        </p:nvCxnSpPr>
        <p:spPr>
          <a:xfrm>
            <a:off x="11283298" y="6169217"/>
            <a:ext cx="0" cy="23852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1990601253"/>
              </p:ext>
            </p:extLst>
          </p:nvPr>
        </p:nvGraphicFramePr>
        <p:xfrm>
          <a:off x="2032000" y="719666"/>
          <a:ext cx="8752910" cy="5449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2" descr="Historias: Duoc UC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2" t="26618" r="6721" b="31709"/>
          <a:stretch/>
        </p:blipFill>
        <p:spPr bwMode="auto">
          <a:xfrm>
            <a:off x="9702247" y="10297"/>
            <a:ext cx="2485991" cy="61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8399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/>
      <p:bldP spid="40" grpId="0" animBg="1"/>
      <p:bldP spid="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llipse 36"/>
          <p:cNvSpPr/>
          <p:nvPr/>
        </p:nvSpPr>
        <p:spPr>
          <a:xfrm>
            <a:off x="340921" y="489663"/>
            <a:ext cx="409990" cy="4099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 dirty="0"/>
          </a:p>
        </p:txBody>
      </p:sp>
      <p:sp>
        <p:nvSpPr>
          <p:cNvPr id="39" name="Textfeld 38"/>
          <p:cNvSpPr txBox="1"/>
          <p:nvPr/>
        </p:nvSpPr>
        <p:spPr>
          <a:xfrm>
            <a:off x="881065" y="150771"/>
            <a:ext cx="50005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Her</a:t>
            </a:r>
            <a:r>
              <a:rPr lang="es-ES_tradnl" sz="2000" b="1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ramientas utilizadas en la propuesta:</a:t>
            </a:r>
            <a:endParaRPr lang="es-ES_tradnl" sz="2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0" name="Freeform 110"/>
          <p:cNvSpPr>
            <a:spLocks noChangeArrowheads="1"/>
          </p:cNvSpPr>
          <p:nvPr/>
        </p:nvSpPr>
        <p:spPr bwMode="auto">
          <a:xfrm>
            <a:off x="421369" y="601410"/>
            <a:ext cx="228633" cy="185049"/>
          </a:xfrm>
          <a:custGeom>
            <a:avLst/>
            <a:gdLst>
              <a:gd name="T0" fmla="*/ 444 w 462"/>
              <a:gd name="T1" fmla="*/ 9 h 373"/>
              <a:gd name="T2" fmla="*/ 444 w 462"/>
              <a:gd name="T3" fmla="*/ 9 h 373"/>
              <a:gd name="T4" fmla="*/ 9 w 462"/>
              <a:gd name="T5" fmla="*/ 160 h 373"/>
              <a:gd name="T6" fmla="*/ 9 w 462"/>
              <a:gd name="T7" fmla="*/ 169 h 373"/>
              <a:gd name="T8" fmla="*/ 98 w 462"/>
              <a:gd name="T9" fmla="*/ 213 h 373"/>
              <a:gd name="T10" fmla="*/ 98 w 462"/>
              <a:gd name="T11" fmla="*/ 213 h 373"/>
              <a:gd name="T12" fmla="*/ 160 w 462"/>
              <a:gd name="T13" fmla="*/ 230 h 373"/>
              <a:gd name="T14" fmla="*/ 434 w 462"/>
              <a:gd name="T15" fmla="*/ 35 h 373"/>
              <a:gd name="T16" fmla="*/ 434 w 462"/>
              <a:gd name="T17" fmla="*/ 35 h 373"/>
              <a:gd name="T18" fmla="*/ 240 w 462"/>
              <a:gd name="T19" fmla="*/ 248 h 373"/>
              <a:gd name="T20" fmla="*/ 240 w 462"/>
              <a:gd name="T21" fmla="*/ 248 h 373"/>
              <a:gd name="T22" fmla="*/ 231 w 462"/>
              <a:gd name="T23" fmla="*/ 257 h 373"/>
              <a:gd name="T24" fmla="*/ 240 w 462"/>
              <a:gd name="T25" fmla="*/ 266 h 373"/>
              <a:gd name="T26" fmla="*/ 240 w 462"/>
              <a:gd name="T27" fmla="*/ 266 h 373"/>
              <a:gd name="T28" fmla="*/ 363 w 462"/>
              <a:gd name="T29" fmla="*/ 337 h 373"/>
              <a:gd name="T30" fmla="*/ 390 w 462"/>
              <a:gd name="T31" fmla="*/ 328 h 373"/>
              <a:gd name="T32" fmla="*/ 461 w 462"/>
              <a:gd name="T33" fmla="*/ 18 h 373"/>
              <a:gd name="T34" fmla="*/ 444 w 462"/>
              <a:gd name="T35" fmla="*/ 9 h 373"/>
              <a:gd name="T36" fmla="*/ 160 w 462"/>
              <a:gd name="T37" fmla="*/ 363 h 373"/>
              <a:gd name="T38" fmla="*/ 160 w 462"/>
              <a:gd name="T39" fmla="*/ 363 h 373"/>
              <a:gd name="T40" fmla="*/ 169 w 462"/>
              <a:gd name="T41" fmla="*/ 372 h 373"/>
              <a:gd name="T42" fmla="*/ 240 w 462"/>
              <a:gd name="T43" fmla="*/ 310 h 373"/>
              <a:gd name="T44" fmla="*/ 160 w 462"/>
              <a:gd name="T45" fmla="*/ 266 h 373"/>
              <a:gd name="T46" fmla="*/ 160 w 462"/>
              <a:gd name="T47" fmla="*/ 363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2" h="373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lnTo>
                  <a:pt x="98" y="213"/>
                </a:ln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lnTo>
                  <a:pt x="240" y="266"/>
                </a:ln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45712" tIns="22856" rIns="45712" bIns="22856" anchor="ctr"/>
          <a:lstStyle/>
          <a:p>
            <a:pPr>
              <a:defRPr/>
            </a:pPr>
            <a:endParaRPr lang="es-ES_tradnl" sz="900" dirty="0"/>
          </a:p>
        </p:txBody>
      </p:sp>
      <p:sp>
        <p:nvSpPr>
          <p:cNvPr id="65" name="Textfeld 64"/>
          <p:cNvSpPr txBox="1"/>
          <p:nvPr/>
        </p:nvSpPr>
        <p:spPr>
          <a:xfrm>
            <a:off x="10877717" y="6111509"/>
            <a:ext cx="981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2000" dirty="0">
                <a:solidFill>
                  <a:schemeClr val="accent3"/>
                </a:solidFill>
                <a:latin typeface="Century Gothic" panose="020B0502020202020204" pitchFamily="34" charset="0"/>
                <a:cs typeface="Calibri Light"/>
              </a:rPr>
              <a:t>00</a:t>
            </a:r>
            <a:fld id="{260E2A6B-A809-4840-BF14-8648BC0BDF87}" type="slidenum">
              <a:rPr lang="es-ES_tradnl" sz="2000">
                <a:solidFill>
                  <a:schemeClr val="accent3"/>
                </a:solidFill>
                <a:latin typeface="Century Gothic" panose="020B0502020202020204" pitchFamily="34" charset="0"/>
                <a:cs typeface="Calibri Light"/>
              </a:rPr>
              <a:pPr algn="r"/>
              <a:t>4</a:t>
            </a:fld>
            <a:endParaRPr lang="es-ES_tradnl" sz="2000" b="1" dirty="0">
              <a:solidFill>
                <a:schemeClr val="accent3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71" name="Gerader Verbinder 70"/>
          <p:cNvCxnSpPr/>
          <p:nvPr/>
        </p:nvCxnSpPr>
        <p:spPr>
          <a:xfrm>
            <a:off x="11283298" y="6169217"/>
            <a:ext cx="0" cy="23852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3065462752"/>
              </p:ext>
            </p:extLst>
          </p:nvPr>
        </p:nvGraphicFramePr>
        <p:xfrm>
          <a:off x="1002081" y="719667"/>
          <a:ext cx="10281217" cy="5449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1283917" y="1092989"/>
            <a:ext cx="28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1</a:t>
            </a:r>
            <a:endParaRPr lang="es-CL" dirty="0"/>
          </a:p>
        </p:txBody>
      </p:sp>
      <p:sp>
        <p:nvSpPr>
          <p:cNvPr id="5" name="4 CuadroTexto"/>
          <p:cNvSpPr txBox="1"/>
          <p:nvPr/>
        </p:nvSpPr>
        <p:spPr>
          <a:xfrm>
            <a:off x="1793866" y="19336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2</a:t>
            </a:r>
            <a:endParaRPr lang="es-CL" dirty="0"/>
          </a:p>
        </p:txBody>
      </p:sp>
      <p:sp>
        <p:nvSpPr>
          <p:cNvPr id="6" name="5 CuadroTexto"/>
          <p:cNvSpPr txBox="1"/>
          <p:nvPr/>
        </p:nvSpPr>
        <p:spPr>
          <a:xfrm>
            <a:off x="1944709" y="2799643"/>
            <a:ext cx="244268" cy="38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3</a:t>
            </a:r>
            <a:endParaRPr lang="es-CL" dirty="0"/>
          </a:p>
        </p:txBody>
      </p:sp>
      <p:sp>
        <p:nvSpPr>
          <p:cNvPr id="7" name="6 CuadroTexto"/>
          <p:cNvSpPr txBox="1"/>
          <p:nvPr/>
        </p:nvSpPr>
        <p:spPr>
          <a:xfrm>
            <a:off x="1961154" y="3710001"/>
            <a:ext cx="2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4</a:t>
            </a:r>
            <a:endParaRPr lang="es-CL" dirty="0"/>
          </a:p>
        </p:txBody>
      </p:sp>
      <p:sp>
        <p:nvSpPr>
          <p:cNvPr id="8" name="7 CuadroTexto"/>
          <p:cNvSpPr txBox="1"/>
          <p:nvPr/>
        </p:nvSpPr>
        <p:spPr>
          <a:xfrm>
            <a:off x="1751822" y="4549422"/>
            <a:ext cx="27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5</a:t>
            </a:r>
            <a:endParaRPr lang="es-CL" dirty="0"/>
          </a:p>
        </p:txBody>
      </p:sp>
      <p:sp>
        <p:nvSpPr>
          <p:cNvPr id="9" name="8 CuadroTexto"/>
          <p:cNvSpPr txBox="1"/>
          <p:nvPr/>
        </p:nvSpPr>
        <p:spPr>
          <a:xfrm>
            <a:off x="1343222" y="5396089"/>
            <a:ext cx="295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6</a:t>
            </a:r>
            <a:endParaRPr lang="es-CL" dirty="0"/>
          </a:p>
        </p:txBody>
      </p:sp>
      <p:pic>
        <p:nvPicPr>
          <p:cNvPr id="17" name="Picture 2" descr="Historias: Duoc UC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2" t="26618" r="6721" b="31709"/>
          <a:stretch/>
        </p:blipFill>
        <p:spPr bwMode="auto">
          <a:xfrm>
            <a:off x="9701225" y="10297"/>
            <a:ext cx="2485991" cy="61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9381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/>
      <p:bldP spid="40" grpId="0" animBg="1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llipse 36"/>
          <p:cNvSpPr/>
          <p:nvPr/>
        </p:nvSpPr>
        <p:spPr>
          <a:xfrm>
            <a:off x="340921" y="489663"/>
            <a:ext cx="409990" cy="4099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 dirty="0"/>
          </a:p>
        </p:txBody>
      </p:sp>
      <p:sp>
        <p:nvSpPr>
          <p:cNvPr id="39" name="Textfeld 38"/>
          <p:cNvSpPr txBox="1"/>
          <p:nvPr/>
        </p:nvSpPr>
        <p:spPr>
          <a:xfrm>
            <a:off x="881065" y="341970"/>
            <a:ext cx="5000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Distribución de contenido:</a:t>
            </a:r>
            <a:endParaRPr lang="es-ES_tradnl" sz="2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0" name="Freeform 110"/>
          <p:cNvSpPr>
            <a:spLocks noChangeArrowheads="1"/>
          </p:cNvSpPr>
          <p:nvPr/>
        </p:nvSpPr>
        <p:spPr bwMode="auto">
          <a:xfrm>
            <a:off x="421369" y="601410"/>
            <a:ext cx="228633" cy="185049"/>
          </a:xfrm>
          <a:custGeom>
            <a:avLst/>
            <a:gdLst>
              <a:gd name="T0" fmla="*/ 444 w 462"/>
              <a:gd name="T1" fmla="*/ 9 h 373"/>
              <a:gd name="T2" fmla="*/ 444 w 462"/>
              <a:gd name="T3" fmla="*/ 9 h 373"/>
              <a:gd name="T4" fmla="*/ 9 w 462"/>
              <a:gd name="T5" fmla="*/ 160 h 373"/>
              <a:gd name="T6" fmla="*/ 9 w 462"/>
              <a:gd name="T7" fmla="*/ 169 h 373"/>
              <a:gd name="T8" fmla="*/ 98 w 462"/>
              <a:gd name="T9" fmla="*/ 213 h 373"/>
              <a:gd name="T10" fmla="*/ 98 w 462"/>
              <a:gd name="T11" fmla="*/ 213 h 373"/>
              <a:gd name="T12" fmla="*/ 160 w 462"/>
              <a:gd name="T13" fmla="*/ 230 h 373"/>
              <a:gd name="T14" fmla="*/ 434 w 462"/>
              <a:gd name="T15" fmla="*/ 35 h 373"/>
              <a:gd name="T16" fmla="*/ 434 w 462"/>
              <a:gd name="T17" fmla="*/ 35 h 373"/>
              <a:gd name="T18" fmla="*/ 240 w 462"/>
              <a:gd name="T19" fmla="*/ 248 h 373"/>
              <a:gd name="T20" fmla="*/ 240 w 462"/>
              <a:gd name="T21" fmla="*/ 248 h 373"/>
              <a:gd name="T22" fmla="*/ 231 w 462"/>
              <a:gd name="T23" fmla="*/ 257 h 373"/>
              <a:gd name="T24" fmla="*/ 240 w 462"/>
              <a:gd name="T25" fmla="*/ 266 h 373"/>
              <a:gd name="T26" fmla="*/ 240 w 462"/>
              <a:gd name="T27" fmla="*/ 266 h 373"/>
              <a:gd name="T28" fmla="*/ 363 w 462"/>
              <a:gd name="T29" fmla="*/ 337 h 373"/>
              <a:gd name="T30" fmla="*/ 390 w 462"/>
              <a:gd name="T31" fmla="*/ 328 h 373"/>
              <a:gd name="T32" fmla="*/ 461 w 462"/>
              <a:gd name="T33" fmla="*/ 18 h 373"/>
              <a:gd name="T34" fmla="*/ 444 w 462"/>
              <a:gd name="T35" fmla="*/ 9 h 373"/>
              <a:gd name="T36" fmla="*/ 160 w 462"/>
              <a:gd name="T37" fmla="*/ 363 h 373"/>
              <a:gd name="T38" fmla="*/ 160 w 462"/>
              <a:gd name="T39" fmla="*/ 363 h 373"/>
              <a:gd name="T40" fmla="*/ 169 w 462"/>
              <a:gd name="T41" fmla="*/ 372 h 373"/>
              <a:gd name="T42" fmla="*/ 240 w 462"/>
              <a:gd name="T43" fmla="*/ 310 h 373"/>
              <a:gd name="T44" fmla="*/ 160 w 462"/>
              <a:gd name="T45" fmla="*/ 266 h 373"/>
              <a:gd name="T46" fmla="*/ 160 w 462"/>
              <a:gd name="T47" fmla="*/ 363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2" h="373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lnTo>
                  <a:pt x="98" y="213"/>
                </a:ln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lnTo>
                  <a:pt x="240" y="266"/>
                </a:ln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45712" tIns="22856" rIns="45712" bIns="22856" anchor="ctr"/>
          <a:lstStyle/>
          <a:p>
            <a:pPr>
              <a:defRPr/>
            </a:pPr>
            <a:endParaRPr lang="es-ES_tradnl" sz="900" dirty="0"/>
          </a:p>
        </p:txBody>
      </p:sp>
      <p:sp>
        <p:nvSpPr>
          <p:cNvPr id="65" name="Textfeld 64"/>
          <p:cNvSpPr txBox="1"/>
          <p:nvPr/>
        </p:nvSpPr>
        <p:spPr>
          <a:xfrm>
            <a:off x="10877717" y="6111509"/>
            <a:ext cx="981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2000" dirty="0">
                <a:solidFill>
                  <a:schemeClr val="accent3"/>
                </a:solidFill>
                <a:latin typeface="Century Gothic" panose="020B0502020202020204" pitchFamily="34" charset="0"/>
                <a:cs typeface="Calibri Light"/>
              </a:rPr>
              <a:t>00</a:t>
            </a:r>
            <a:fld id="{260E2A6B-A809-4840-BF14-8648BC0BDF87}" type="slidenum">
              <a:rPr lang="es-ES_tradnl" sz="2000">
                <a:solidFill>
                  <a:schemeClr val="accent3"/>
                </a:solidFill>
                <a:latin typeface="Century Gothic" panose="020B0502020202020204" pitchFamily="34" charset="0"/>
                <a:cs typeface="Calibri Light"/>
              </a:rPr>
              <a:pPr algn="r"/>
              <a:t>5</a:t>
            </a:fld>
            <a:endParaRPr lang="es-ES_tradnl" sz="2000" b="1" dirty="0">
              <a:solidFill>
                <a:schemeClr val="accent3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71" name="Gerader Verbinder 70"/>
          <p:cNvCxnSpPr/>
          <p:nvPr/>
        </p:nvCxnSpPr>
        <p:spPr>
          <a:xfrm>
            <a:off x="11283298" y="6169217"/>
            <a:ext cx="0" cy="23852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Historias: Duoc UC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2" t="26618" r="6721" b="31709"/>
          <a:stretch/>
        </p:blipFill>
        <p:spPr bwMode="auto">
          <a:xfrm>
            <a:off x="9705501" y="9450"/>
            <a:ext cx="2485991" cy="61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1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20" y="786459"/>
            <a:ext cx="6083552" cy="2030839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542" y="3084022"/>
            <a:ext cx="5496055" cy="33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688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/>
      <p:bldP spid="40" grpId="0" animBg="1"/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/>
          <p:cNvGrpSpPr/>
          <p:nvPr/>
        </p:nvGrpSpPr>
        <p:grpSpPr>
          <a:xfrm>
            <a:off x="1259082" y="2231453"/>
            <a:ext cx="2382414" cy="2584058"/>
            <a:chOff x="4930064" y="4434278"/>
            <a:chExt cx="4764828" cy="5168116"/>
          </a:xfrm>
        </p:grpSpPr>
        <p:sp>
          <p:nvSpPr>
            <p:cNvPr id="25" name="Ellipse 24"/>
            <p:cNvSpPr/>
            <p:nvPr/>
          </p:nvSpPr>
          <p:spPr>
            <a:xfrm rot="5422425">
              <a:off x="5851642" y="4434279"/>
              <a:ext cx="2856167" cy="28561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alpha val="5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3598" dirty="0">
                <a:solidFill>
                  <a:schemeClr val="bg2">
                    <a:lumMod val="50000"/>
                  </a:schemeClr>
                </a:solidFill>
                <a:latin typeface="+mj-lt"/>
              </a:endParaRPr>
            </a:p>
          </p:txBody>
        </p:sp>
        <p:sp>
          <p:nvSpPr>
            <p:cNvPr id="27" name="Textfeld 26"/>
            <p:cNvSpPr txBox="1"/>
            <p:nvPr/>
          </p:nvSpPr>
          <p:spPr>
            <a:xfrm>
              <a:off x="4930064" y="8956064"/>
              <a:ext cx="4764828" cy="64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500" b="1" dirty="0" smtClean="0">
                  <a:latin typeface="+mj-lt"/>
                </a:rPr>
                <a:t>Análisis de contenidos</a:t>
              </a:r>
              <a:endParaRPr lang="es-ES_tradnl" sz="1500" b="1" dirty="0">
                <a:latin typeface="+mj-lt"/>
              </a:endParaRPr>
            </a:p>
          </p:txBody>
        </p:sp>
        <p:sp>
          <p:nvSpPr>
            <p:cNvPr id="29" name="Shape 2551"/>
            <p:cNvSpPr/>
            <p:nvPr/>
          </p:nvSpPr>
          <p:spPr>
            <a:xfrm>
              <a:off x="6795314" y="5385550"/>
              <a:ext cx="1012612" cy="1012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55" y="6010"/>
                  </a:moveTo>
                  <a:lnTo>
                    <a:pt x="18630" y="7136"/>
                  </a:lnTo>
                  <a:lnTo>
                    <a:pt x="14465" y="2970"/>
                  </a:lnTo>
                  <a:lnTo>
                    <a:pt x="15590" y="1845"/>
                  </a:lnTo>
                  <a:cubicBezTo>
                    <a:pt x="15590" y="1845"/>
                    <a:pt x="16391" y="982"/>
                    <a:pt x="17673" y="982"/>
                  </a:cubicBezTo>
                  <a:cubicBezTo>
                    <a:pt x="19300" y="982"/>
                    <a:pt x="20618" y="2300"/>
                    <a:pt x="20618" y="3927"/>
                  </a:cubicBezTo>
                  <a:cubicBezTo>
                    <a:pt x="20618" y="4741"/>
                    <a:pt x="20288" y="5477"/>
                    <a:pt x="19755" y="6010"/>
                  </a:cubicBezTo>
                  <a:moveTo>
                    <a:pt x="7364" y="18402"/>
                  </a:moveTo>
                  <a:lnTo>
                    <a:pt x="7364" y="14727"/>
                  </a:lnTo>
                  <a:cubicBezTo>
                    <a:pt x="7364" y="14456"/>
                    <a:pt x="7144" y="14236"/>
                    <a:pt x="6873" y="14236"/>
                  </a:cubicBezTo>
                  <a:lnTo>
                    <a:pt x="3198" y="14236"/>
                  </a:lnTo>
                  <a:lnTo>
                    <a:pt x="13770" y="3665"/>
                  </a:lnTo>
                  <a:lnTo>
                    <a:pt x="17935" y="7830"/>
                  </a:lnTo>
                  <a:cubicBezTo>
                    <a:pt x="17935" y="7830"/>
                    <a:pt x="7364" y="18402"/>
                    <a:pt x="7364" y="18402"/>
                  </a:cubicBezTo>
                  <a:close/>
                  <a:moveTo>
                    <a:pt x="6382" y="19042"/>
                  </a:moveTo>
                  <a:lnTo>
                    <a:pt x="2945" y="19845"/>
                  </a:lnTo>
                  <a:lnTo>
                    <a:pt x="2945" y="18655"/>
                  </a:lnTo>
                  <a:lnTo>
                    <a:pt x="1755" y="18655"/>
                  </a:lnTo>
                  <a:lnTo>
                    <a:pt x="2558" y="15218"/>
                  </a:lnTo>
                  <a:lnTo>
                    <a:pt x="6382" y="15218"/>
                  </a:lnTo>
                  <a:cubicBezTo>
                    <a:pt x="6382" y="15218"/>
                    <a:pt x="6382" y="19042"/>
                    <a:pt x="6382" y="19042"/>
                  </a:cubicBezTo>
                  <a:close/>
                  <a:moveTo>
                    <a:pt x="17673" y="0"/>
                  </a:moveTo>
                  <a:cubicBezTo>
                    <a:pt x="16588" y="0"/>
                    <a:pt x="15606" y="439"/>
                    <a:pt x="14896" y="1151"/>
                  </a:cubicBezTo>
                  <a:lnTo>
                    <a:pt x="1641" y="14405"/>
                  </a:lnTo>
                  <a:lnTo>
                    <a:pt x="0" y="21600"/>
                  </a:lnTo>
                  <a:lnTo>
                    <a:pt x="7195" y="19959"/>
                  </a:lnTo>
                  <a:lnTo>
                    <a:pt x="20449" y="6704"/>
                  </a:lnTo>
                  <a:cubicBezTo>
                    <a:pt x="21160" y="5994"/>
                    <a:pt x="21600" y="5012"/>
                    <a:pt x="21600" y="3927"/>
                  </a:cubicBezTo>
                  <a:cubicBezTo>
                    <a:pt x="21600" y="1758"/>
                    <a:pt x="19842" y="0"/>
                    <a:pt x="17673" y="0"/>
                  </a:cubicBezTo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lang="es-ES_tradnl" sz="1500" dirty="0">
                <a:latin typeface="+mj-lt"/>
              </a:endParaRPr>
            </a:p>
          </p:txBody>
        </p:sp>
      </p:grpSp>
      <p:grpSp>
        <p:nvGrpSpPr>
          <p:cNvPr id="30" name="Gruppieren 29"/>
          <p:cNvGrpSpPr/>
          <p:nvPr/>
        </p:nvGrpSpPr>
        <p:grpSpPr>
          <a:xfrm>
            <a:off x="4898168" y="2231453"/>
            <a:ext cx="2382414" cy="2584058"/>
            <a:chOff x="9852157" y="4434278"/>
            <a:chExt cx="4764828" cy="5168116"/>
          </a:xfrm>
        </p:grpSpPr>
        <p:sp>
          <p:nvSpPr>
            <p:cNvPr id="31" name="Ellipse 30"/>
            <p:cNvSpPr/>
            <p:nvPr/>
          </p:nvSpPr>
          <p:spPr>
            <a:xfrm rot="5422425">
              <a:off x="10760547" y="4434279"/>
              <a:ext cx="2856167" cy="28561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alpha val="5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3598" dirty="0">
                <a:solidFill>
                  <a:schemeClr val="bg2">
                    <a:lumMod val="50000"/>
                  </a:schemeClr>
                </a:solidFill>
                <a:latin typeface="+mj-lt"/>
              </a:endParaRPr>
            </a:p>
          </p:txBody>
        </p:sp>
        <p:sp>
          <p:nvSpPr>
            <p:cNvPr id="33" name="Textfeld 32"/>
            <p:cNvSpPr txBox="1"/>
            <p:nvPr/>
          </p:nvSpPr>
          <p:spPr>
            <a:xfrm>
              <a:off x="9852157" y="8956064"/>
              <a:ext cx="4764828" cy="64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500" b="1" dirty="0" smtClean="0"/>
                <a:t>Difusión</a:t>
              </a:r>
              <a:endParaRPr lang="es-ES_tradnl" sz="1500" b="1" dirty="0"/>
            </a:p>
          </p:txBody>
        </p:sp>
        <p:sp>
          <p:nvSpPr>
            <p:cNvPr id="35" name="Shape 2580"/>
            <p:cNvSpPr/>
            <p:nvPr/>
          </p:nvSpPr>
          <p:spPr>
            <a:xfrm>
              <a:off x="11753431" y="5356053"/>
              <a:ext cx="1012612" cy="1012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45" y="15886"/>
                  </a:moveTo>
                  <a:lnTo>
                    <a:pt x="10478" y="18984"/>
                  </a:lnTo>
                  <a:lnTo>
                    <a:pt x="7944" y="17126"/>
                  </a:lnTo>
                  <a:lnTo>
                    <a:pt x="7364" y="16700"/>
                  </a:lnTo>
                  <a:lnTo>
                    <a:pt x="6783" y="17126"/>
                  </a:lnTo>
                  <a:lnTo>
                    <a:pt x="4249" y="18984"/>
                  </a:lnTo>
                  <a:lnTo>
                    <a:pt x="5283" y="15886"/>
                  </a:lnTo>
                  <a:lnTo>
                    <a:pt x="5505" y="15220"/>
                  </a:lnTo>
                  <a:lnTo>
                    <a:pt x="4946" y="14794"/>
                  </a:lnTo>
                  <a:lnTo>
                    <a:pt x="2908" y="13240"/>
                  </a:lnTo>
                  <a:lnTo>
                    <a:pt x="6037" y="13240"/>
                  </a:lnTo>
                  <a:lnTo>
                    <a:pt x="6275" y="12602"/>
                  </a:lnTo>
                  <a:lnTo>
                    <a:pt x="7364" y="9683"/>
                  </a:lnTo>
                  <a:lnTo>
                    <a:pt x="8452" y="12602"/>
                  </a:lnTo>
                  <a:lnTo>
                    <a:pt x="8690" y="13240"/>
                  </a:lnTo>
                  <a:lnTo>
                    <a:pt x="11820" y="13240"/>
                  </a:lnTo>
                  <a:lnTo>
                    <a:pt x="9781" y="14794"/>
                  </a:lnTo>
                  <a:lnTo>
                    <a:pt x="9223" y="15220"/>
                  </a:lnTo>
                  <a:cubicBezTo>
                    <a:pt x="9223" y="15220"/>
                    <a:pt x="9445" y="15886"/>
                    <a:pt x="9445" y="15886"/>
                  </a:cubicBezTo>
                  <a:close/>
                  <a:moveTo>
                    <a:pt x="9372" y="12259"/>
                  </a:moveTo>
                  <a:lnTo>
                    <a:pt x="7364" y="6873"/>
                  </a:lnTo>
                  <a:lnTo>
                    <a:pt x="5355" y="12259"/>
                  </a:lnTo>
                  <a:lnTo>
                    <a:pt x="0" y="12259"/>
                  </a:lnTo>
                  <a:lnTo>
                    <a:pt x="4351" y="15575"/>
                  </a:lnTo>
                  <a:lnTo>
                    <a:pt x="2343" y="21600"/>
                  </a:lnTo>
                  <a:lnTo>
                    <a:pt x="7364" y="17918"/>
                  </a:lnTo>
                  <a:lnTo>
                    <a:pt x="12384" y="21600"/>
                  </a:lnTo>
                  <a:lnTo>
                    <a:pt x="10376" y="15575"/>
                  </a:lnTo>
                  <a:lnTo>
                    <a:pt x="14727" y="12259"/>
                  </a:lnTo>
                  <a:cubicBezTo>
                    <a:pt x="14727" y="12259"/>
                    <a:pt x="9372" y="12259"/>
                    <a:pt x="9372" y="12259"/>
                  </a:cubicBezTo>
                  <a:close/>
                  <a:moveTo>
                    <a:pt x="16781" y="7308"/>
                  </a:moveTo>
                  <a:lnTo>
                    <a:pt x="16200" y="6883"/>
                  </a:lnTo>
                  <a:lnTo>
                    <a:pt x="15619" y="7308"/>
                  </a:lnTo>
                  <a:lnTo>
                    <a:pt x="14426" y="8184"/>
                  </a:lnTo>
                  <a:lnTo>
                    <a:pt x="14922" y="6693"/>
                  </a:lnTo>
                  <a:lnTo>
                    <a:pt x="15143" y="6031"/>
                  </a:lnTo>
                  <a:lnTo>
                    <a:pt x="14590" y="5605"/>
                  </a:lnTo>
                  <a:lnTo>
                    <a:pt x="13682" y="4905"/>
                  </a:lnTo>
                  <a:lnTo>
                    <a:pt x="15408" y="4905"/>
                  </a:lnTo>
                  <a:lnTo>
                    <a:pt x="15647" y="4267"/>
                  </a:lnTo>
                  <a:lnTo>
                    <a:pt x="16200" y="2793"/>
                  </a:lnTo>
                  <a:lnTo>
                    <a:pt x="16754" y="4267"/>
                  </a:lnTo>
                  <a:lnTo>
                    <a:pt x="16992" y="4905"/>
                  </a:lnTo>
                  <a:lnTo>
                    <a:pt x="18718" y="4905"/>
                  </a:lnTo>
                  <a:lnTo>
                    <a:pt x="17810" y="5605"/>
                  </a:lnTo>
                  <a:lnTo>
                    <a:pt x="17257" y="6031"/>
                  </a:lnTo>
                  <a:lnTo>
                    <a:pt x="17478" y="6693"/>
                  </a:lnTo>
                  <a:lnTo>
                    <a:pt x="17975" y="8184"/>
                  </a:lnTo>
                  <a:cubicBezTo>
                    <a:pt x="17975" y="8184"/>
                    <a:pt x="16781" y="7308"/>
                    <a:pt x="16781" y="7308"/>
                  </a:cubicBezTo>
                  <a:close/>
                  <a:moveTo>
                    <a:pt x="21600" y="3922"/>
                  </a:moveTo>
                  <a:lnTo>
                    <a:pt x="17673" y="3922"/>
                  </a:lnTo>
                  <a:lnTo>
                    <a:pt x="16200" y="0"/>
                  </a:lnTo>
                  <a:lnTo>
                    <a:pt x="14727" y="3922"/>
                  </a:lnTo>
                  <a:lnTo>
                    <a:pt x="10800" y="3922"/>
                  </a:lnTo>
                  <a:lnTo>
                    <a:pt x="13991" y="6382"/>
                  </a:lnTo>
                  <a:lnTo>
                    <a:pt x="12518" y="10800"/>
                  </a:lnTo>
                  <a:lnTo>
                    <a:pt x="16200" y="8100"/>
                  </a:lnTo>
                  <a:lnTo>
                    <a:pt x="19882" y="10800"/>
                  </a:lnTo>
                  <a:lnTo>
                    <a:pt x="18409" y="6382"/>
                  </a:lnTo>
                  <a:cubicBezTo>
                    <a:pt x="18409" y="6382"/>
                    <a:pt x="21600" y="3922"/>
                    <a:pt x="21600" y="3922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lang="es-ES_tradnl" sz="1500" dirty="0">
                <a:latin typeface="+mj-lt"/>
              </a:endParaRPr>
            </a:p>
          </p:txBody>
        </p:sp>
      </p:grpSp>
      <p:grpSp>
        <p:nvGrpSpPr>
          <p:cNvPr id="36" name="Gruppieren 35"/>
          <p:cNvGrpSpPr/>
          <p:nvPr/>
        </p:nvGrpSpPr>
        <p:grpSpPr>
          <a:xfrm>
            <a:off x="8517118" y="2226810"/>
            <a:ext cx="2382414" cy="2811409"/>
            <a:chOff x="14646482" y="4441242"/>
            <a:chExt cx="4764828" cy="5622818"/>
          </a:xfrm>
        </p:grpSpPr>
        <p:sp>
          <p:nvSpPr>
            <p:cNvPr id="37" name="Ellipse 36"/>
            <p:cNvSpPr/>
            <p:nvPr/>
          </p:nvSpPr>
          <p:spPr>
            <a:xfrm rot="5422425">
              <a:off x="15551462" y="4441243"/>
              <a:ext cx="2856167" cy="28561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alpha val="5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3598" dirty="0">
                <a:solidFill>
                  <a:schemeClr val="bg2">
                    <a:lumMod val="50000"/>
                  </a:schemeClr>
                </a:solidFill>
                <a:latin typeface="+mj-lt"/>
              </a:endParaRPr>
            </a:p>
          </p:txBody>
        </p:sp>
        <p:sp>
          <p:nvSpPr>
            <p:cNvPr id="39" name="Textfeld 38"/>
            <p:cNvSpPr txBox="1"/>
            <p:nvPr/>
          </p:nvSpPr>
          <p:spPr>
            <a:xfrm>
              <a:off x="14646482" y="8956064"/>
              <a:ext cx="476482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500" b="1" dirty="0" smtClean="0"/>
                <a:t>Lanzamiento y análisis de </a:t>
              </a:r>
              <a:r>
                <a:rPr lang="es-ES_tradnl" sz="1500" b="1" dirty="0" smtClean="0"/>
                <a:t>estadísticas</a:t>
              </a:r>
              <a:endParaRPr lang="es-ES_tradnl" sz="1500" b="1" dirty="0"/>
            </a:p>
          </p:txBody>
        </p:sp>
        <p:sp>
          <p:nvSpPr>
            <p:cNvPr id="41" name="Shape 2605"/>
            <p:cNvSpPr/>
            <p:nvPr/>
          </p:nvSpPr>
          <p:spPr>
            <a:xfrm>
              <a:off x="16472999" y="5441944"/>
              <a:ext cx="1013092" cy="1013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0" h="21410" extrusionOk="0">
                  <a:moveTo>
                    <a:pt x="20437" y="20437"/>
                  </a:moveTo>
                  <a:lnTo>
                    <a:pt x="17519" y="20437"/>
                  </a:lnTo>
                  <a:lnTo>
                    <a:pt x="17519" y="18978"/>
                  </a:lnTo>
                  <a:cubicBezTo>
                    <a:pt x="17519" y="18710"/>
                    <a:pt x="17301" y="18492"/>
                    <a:pt x="17033" y="18492"/>
                  </a:cubicBezTo>
                  <a:lnTo>
                    <a:pt x="15574" y="18492"/>
                  </a:lnTo>
                  <a:lnTo>
                    <a:pt x="15574" y="17033"/>
                  </a:lnTo>
                  <a:cubicBezTo>
                    <a:pt x="15574" y="16764"/>
                    <a:pt x="15356" y="16546"/>
                    <a:pt x="15087" y="16546"/>
                  </a:cubicBezTo>
                  <a:lnTo>
                    <a:pt x="13344" y="16546"/>
                  </a:lnTo>
                  <a:lnTo>
                    <a:pt x="10309" y="13497"/>
                  </a:lnTo>
                  <a:cubicBezTo>
                    <a:pt x="10221" y="13409"/>
                    <a:pt x="10100" y="13354"/>
                    <a:pt x="9965" y="13354"/>
                  </a:cubicBezTo>
                  <a:cubicBezTo>
                    <a:pt x="9819" y="13354"/>
                    <a:pt x="9693" y="13422"/>
                    <a:pt x="9604" y="13524"/>
                  </a:cubicBezTo>
                  <a:lnTo>
                    <a:pt x="8815" y="14312"/>
                  </a:lnTo>
                  <a:cubicBezTo>
                    <a:pt x="8435" y="14692"/>
                    <a:pt x="7820" y="14692"/>
                    <a:pt x="7441" y="14312"/>
                  </a:cubicBezTo>
                  <a:lnTo>
                    <a:pt x="1256" y="8128"/>
                  </a:lnTo>
                  <a:cubicBezTo>
                    <a:pt x="877" y="7748"/>
                    <a:pt x="877" y="7133"/>
                    <a:pt x="1256" y="6753"/>
                  </a:cubicBezTo>
                  <a:lnTo>
                    <a:pt x="6754" y="1255"/>
                  </a:lnTo>
                  <a:cubicBezTo>
                    <a:pt x="7133" y="876"/>
                    <a:pt x="7749" y="876"/>
                    <a:pt x="8128" y="1255"/>
                  </a:cubicBezTo>
                  <a:lnTo>
                    <a:pt x="14312" y="7440"/>
                  </a:lnTo>
                  <a:cubicBezTo>
                    <a:pt x="14691" y="7820"/>
                    <a:pt x="14691" y="8435"/>
                    <a:pt x="14312" y="8815"/>
                  </a:cubicBezTo>
                  <a:lnTo>
                    <a:pt x="13539" y="9588"/>
                  </a:lnTo>
                  <a:cubicBezTo>
                    <a:pt x="13437" y="9677"/>
                    <a:pt x="13370" y="9804"/>
                    <a:pt x="13370" y="9950"/>
                  </a:cubicBezTo>
                  <a:cubicBezTo>
                    <a:pt x="13370" y="10084"/>
                    <a:pt x="13424" y="10206"/>
                    <a:pt x="13513" y="10294"/>
                  </a:cubicBezTo>
                  <a:lnTo>
                    <a:pt x="20437" y="17234"/>
                  </a:lnTo>
                  <a:cubicBezTo>
                    <a:pt x="20437" y="17234"/>
                    <a:pt x="20437" y="20437"/>
                    <a:pt x="20437" y="20437"/>
                  </a:cubicBezTo>
                  <a:close/>
                  <a:moveTo>
                    <a:pt x="21268" y="16689"/>
                  </a:moveTo>
                  <a:lnTo>
                    <a:pt x="14547" y="9954"/>
                  </a:lnTo>
                  <a:lnTo>
                    <a:pt x="14999" y="9502"/>
                  </a:lnTo>
                  <a:cubicBezTo>
                    <a:pt x="15758" y="8743"/>
                    <a:pt x="15758" y="7512"/>
                    <a:pt x="14999" y="6753"/>
                  </a:cubicBezTo>
                  <a:lnTo>
                    <a:pt x="8815" y="569"/>
                  </a:lnTo>
                  <a:cubicBezTo>
                    <a:pt x="8056" y="-190"/>
                    <a:pt x="6825" y="-190"/>
                    <a:pt x="6066" y="569"/>
                  </a:cubicBezTo>
                  <a:lnTo>
                    <a:pt x="569" y="6066"/>
                  </a:lnTo>
                  <a:cubicBezTo>
                    <a:pt x="-190" y="6825"/>
                    <a:pt x="-190" y="8056"/>
                    <a:pt x="569" y="8815"/>
                  </a:cubicBezTo>
                  <a:lnTo>
                    <a:pt x="6754" y="14999"/>
                  </a:lnTo>
                  <a:cubicBezTo>
                    <a:pt x="7513" y="15758"/>
                    <a:pt x="8743" y="15758"/>
                    <a:pt x="9502" y="14999"/>
                  </a:cubicBezTo>
                  <a:lnTo>
                    <a:pt x="9968" y="14533"/>
                  </a:lnTo>
                  <a:lnTo>
                    <a:pt x="12798" y="17376"/>
                  </a:lnTo>
                  <a:cubicBezTo>
                    <a:pt x="12886" y="17465"/>
                    <a:pt x="13008" y="17519"/>
                    <a:pt x="13142" y="17519"/>
                  </a:cubicBezTo>
                  <a:lnTo>
                    <a:pt x="14601" y="17519"/>
                  </a:lnTo>
                  <a:lnTo>
                    <a:pt x="14601" y="18978"/>
                  </a:lnTo>
                  <a:cubicBezTo>
                    <a:pt x="14601" y="19247"/>
                    <a:pt x="14819" y="19464"/>
                    <a:pt x="15087" y="19464"/>
                  </a:cubicBezTo>
                  <a:lnTo>
                    <a:pt x="16546" y="19464"/>
                  </a:lnTo>
                  <a:lnTo>
                    <a:pt x="16546" y="20924"/>
                  </a:lnTo>
                  <a:cubicBezTo>
                    <a:pt x="16546" y="21193"/>
                    <a:pt x="16764" y="21410"/>
                    <a:pt x="17033" y="21410"/>
                  </a:cubicBezTo>
                  <a:lnTo>
                    <a:pt x="20924" y="21410"/>
                  </a:lnTo>
                  <a:cubicBezTo>
                    <a:pt x="21192" y="21410"/>
                    <a:pt x="21410" y="21193"/>
                    <a:pt x="21410" y="20924"/>
                  </a:cubicBezTo>
                  <a:lnTo>
                    <a:pt x="21410" y="17033"/>
                  </a:lnTo>
                  <a:cubicBezTo>
                    <a:pt x="21410" y="16899"/>
                    <a:pt x="21356" y="16777"/>
                    <a:pt x="21268" y="16689"/>
                  </a:cubicBezTo>
                  <a:moveTo>
                    <a:pt x="6819" y="7791"/>
                  </a:moveTo>
                  <a:cubicBezTo>
                    <a:pt x="6282" y="7791"/>
                    <a:pt x="5846" y="7356"/>
                    <a:pt x="5846" y="6819"/>
                  </a:cubicBezTo>
                  <a:cubicBezTo>
                    <a:pt x="5846" y="6282"/>
                    <a:pt x="6282" y="5846"/>
                    <a:pt x="6819" y="5846"/>
                  </a:cubicBezTo>
                  <a:cubicBezTo>
                    <a:pt x="7356" y="5846"/>
                    <a:pt x="7792" y="6282"/>
                    <a:pt x="7792" y="6819"/>
                  </a:cubicBezTo>
                  <a:cubicBezTo>
                    <a:pt x="7792" y="7356"/>
                    <a:pt x="7356" y="7791"/>
                    <a:pt x="6819" y="7791"/>
                  </a:cubicBezTo>
                  <a:moveTo>
                    <a:pt x="6819" y="4873"/>
                  </a:moveTo>
                  <a:cubicBezTo>
                    <a:pt x="5745" y="4873"/>
                    <a:pt x="4874" y="5744"/>
                    <a:pt x="4874" y="6819"/>
                  </a:cubicBezTo>
                  <a:cubicBezTo>
                    <a:pt x="4874" y="7893"/>
                    <a:pt x="5745" y="8765"/>
                    <a:pt x="6819" y="8765"/>
                  </a:cubicBezTo>
                  <a:cubicBezTo>
                    <a:pt x="7893" y="8765"/>
                    <a:pt x="8765" y="7893"/>
                    <a:pt x="8765" y="6819"/>
                  </a:cubicBezTo>
                  <a:cubicBezTo>
                    <a:pt x="8765" y="5744"/>
                    <a:pt x="7893" y="4873"/>
                    <a:pt x="6819" y="4873"/>
                  </a:cubicBezTo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lang="es-ES_tradnl" sz="1500" dirty="0">
                <a:latin typeface="+mj-lt"/>
              </a:endParaRPr>
            </a:p>
          </p:txBody>
        </p:sp>
      </p:grpSp>
      <p:sp>
        <p:nvSpPr>
          <p:cNvPr id="42" name="Ellipse 41"/>
          <p:cNvSpPr/>
          <p:nvPr/>
        </p:nvSpPr>
        <p:spPr>
          <a:xfrm>
            <a:off x="340921" y="489663"/>
            <a:ext cx="409990" cy="4099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 dirty="0"/>
          </a:p>
        </p:txBody>
      </p:sp>
      <p:sp>
        <p:nvSpPr>
          <p:cNvPr id="49" name="Textfeld 48"/>
          <p:cNvSpPr txBox="1"/>
          <p:nvPr/>
        </p:nvSpPr>
        <p:spPr>
          <a:xfrm>
            <a:off x="881065" y="341970"/>
            <a:ext cx="5000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Objetivos y Tareas esenciales</a:t>
            </a:r>
            <a:endParaRPr lang="es-ES_tradnl" sz="2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0" name="Freeform 110"/>
          <p:cNvSpPr>
            <a:spLocks noChangeArrowheads="1"/>
          </p:cNvSpPr>
          <p:nvPr/>
        </p:nvSpPr>
        <p:spPr bwMode="auto">
          <a:xfrm>
            <a:off x="421369" y="601410"/>
            <a:ext cx="228633" cy="185049"/>
          </a:xfrm>
          <a:custGeom>
            <a:avLst/>
            <a:gdLst>
              <a:gd name="T0" fmla="*/ 444 w 462"/>
              <a:gd name="T1" fmla="*/ 9 h 373"/>
              <a:gd name="T2" fmla="*/ 444 w 462"/>
              <a:gd name="T3" fmla="*/ 9 h 373"/>
              <a:gd name="T4" fmla="*/ 9 w 462"/>
              <a:gd name="T5" fmla="*/ 160 h 373"/>
              <a:gd name="T6" fmla="*/ 9 w 462"/>
              <a:gd name="T7" fmla="*/ 169 h 373"/>
              <a:gd name="T8" fmla="*/ 98 w 462"/>
              <a:gd name="T9" fmla="*/ 213 h 373"/>
              <a:gd name="T10" fmla="*/ 98 w 462"/>
              <a:gd name="T11" fmla="*/ 213 h 373"/>
              <a:gd name="T12" fmla="*/ 160 w 462"/>
              <a:gd name="T13" fmla="*/ 230 h 373"/>
              <a:gd name="T14" fmla="*/ 434 w 462"/>
              <a:gd name="T15" fmla="*/ 35 h 373"/>
              <a:gd name="T16" fmla="*/ 434 w 462"/>
              <a:gd name="T17" fmla="*/ 35 h 373"/>
              <a:gd name="T18" fmla="*/ 240 w 462"/>
              <a:gd name="T19" fmla="*/ 248 h 373"/>
              <a:gd name="T20" fmla="*/ 240 w 462"/>
              <a:gd name="T21" fmla="*/ 248 h 373"/>
              <a:gd name="T22" fmla="*/ 231 w 462"/>
              <a:gd name="T23" fmla="*/ 257 h 373"/>
              <a:gd name="T24" fmla="*/ 240 w 462"/>
              <a:gd name="T25" fmla="*/ 266 h 373"/>
              <a:gd name="T26" fmla="*/ 240 w 462"/>
              <a:gd name="T27" fmla="*/ 266 h 373"/>
              <a:gd name="T28" fmla="*/ 363 w 462"/>
              <a:gd name="T29" fmla="*/ 337 h 373"/>
              <a:gd name="T30" fmla="*/ 390 w 462"/>
              <a:gd name="T31" fmla="*/ 328 h 373"/>
              <a:gd name="T32" fmla="*/ 461 w 462"/>
              <a:gd name="T33" fmla="*/ 18 h 373"/>
              <a:gd name="T34" fmla="*/ 444 w 462"/>
              <a:gd name="T35" fmla="*/ 9 h 373"/>
              <a:gd name="T36" fmla="*/ 160 w 462"/>
              <a:gd name="T37" fmla="*/ 363 h 373"/>
              <a:gd name="T38" fmla="*/ 160 w 462"/>
              <a:gd name="T39" fmla="*/ 363 h 373"/>
              <a:gd name="T40" fmla="*/ 169 w 462"/>
              <a:gd name="T41" fmla="*/ 372 h 373"/>
              <a:gd name="T42" fmla="*/ 240 w 462"/>
              <a:gd name="T43" fmla="*/ 310 h 373"/>
              <a:gd name="T44" fmla="*/ 160 w 462"/>
              <a:gd name="T45" fmla="*/ 266 h 373"/>
              <a:gd name="T46" fmla="*/ 160 w 462"/>
              <a:gd name="T47" fmla="*/ 363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2" h="373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lnTo>
                  <a:pt x="98" y="213"/>
                </a:ln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lnTo>
                  <a:pt x="240" y="266"/>
                </a:ln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45712" tIns="22856" rIns="45712" bIns="22856" anchor="ctr"/>
          <a:lstStyle/>
          <a:p>
            <a:pPr>
              <a:defRPr/>
            </a:pPr>
            <a:endParaRPr lang="es-ES_tradnl" sz="900" dirty="0"/>
          </a:p>
        </p:txBody>
      </p:sp>
      <p:sp>
        <p:nvSpPr>
          <p:cNvPr id="52" name="Textfeld 51"/>
          <p:cNvSpPr txBox="1"/>
          <p:nvPr/>
        </p:nvSpPr>
        <p:spPr>
          <a:xfrm>
            <a:off x="10877717" y="6111509"/>
            <a:ext cx="981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2000" dirty="0">
                <a:solidFill>
                  <a:schemeClr val="accent3"/>
                </a:solidFill>
                <a:latin typeface="Century Gothic" panose="020B0502020202020204" pitchFamily="34" charset="0"/>
                <a:cs typeface="Calibri Light"/>
              </a:rPr>
              <a:t>00</a:t>
            </a:r>
            <a:fld id="{260E2A6B-A809-4840-BF14-8648BC0BDF87}" type="slidenum">
              <a:rPr lang="es-ES_tradnl" sz="2000">
                <a:solidFill>
                  <a:schemeClr val="accent3"/>
                </a:solidFill>
                <a:latin typeface="Century Gothic" panose="020B0502020202020204" pitchFamily="34" charset="0"/>
                <a:cs typeface="Calibri Light"/>
              </a:rPr>
              <a:pPr algn="r"/>
              <a:t>6</a:t>
            </a:fld>
            <a:endParaRPr lang="es-ES_tradnl" sz="2000" b="1" dirty="0">
              <a:solidFill>
                <a:schemeClr val="accent3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53" name="Gerader Verbinder 52"/>
          <p:cNvCxnSpPr/>
          <p:nvPr/>
        </p:nvCxnSpPr>
        <p:spPr>
          <a:xfrm>
            <a:off x="11283298" y="6169217"/>
            <a:ext cx="0" cy="23852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/>
          <p:cNvCxnSpPr/>
          <p:nvPr/>
        </p:nvCxnSpPr>
        <p:spPr>
          <a:xfrm>
            <a:off x="4283645" y="1814052"/>
            <a:ext cx="0" cy="322989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/>
          <p:cNvCxnSpPr/>
          <p:nvPr/>
        </p:nvCxnSpPr>
        <p:spPr>
          <a:xfrm>
            <a:off x="7885674" y="1814052"/>
            <a:ext cx="0" cy="322989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" descr="Historias: Duoc UC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2" t="26618" r="6721" b="31709"/>
          <a:stretch/>
        </p:blipFill>
        <p:spPr bwMode="auto">
          <a:xfrm>
            <a:off x="9708325" y="-3247"/>
            <a:ext cx="2485991" cy="61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090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9" grpId="0"/>
      <p:bldP spid="50" grpId="0" animBg="1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00" y="0"/>
            <a:ext cx="4660900" cy="6858000"/>
          </a:xfrm>
          <a:prstGeom prst="rect">
            <a:avLst/>
          </a:prstGeom>
        </p:spPr>
      </p:pic>
      <p:sp>
        <p:nvSpPr>
          <p:cNvPr id="3" name="Textfeld 26"/>
          <p:cNvSpPr txBox="1"/>
          <p:nvPr/>
        </p:nvSpPr>
        <p:spPr>
          <a:xfrm>
            <a:off x="652465" y="3737319"/>
            <a:ext cx="38481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500" b="1" dirty="0" err="1" smtClean="0">
                <a:solidFill>
                  <a:schemeClr val="accent3"/>
                </a:solidFill>
                <a:latin typeface="+mj-lt"/>
              </a:rPr>
              <a:t>Abrill</a:t>
            </a:r>
            <a:r>
              <a:rPr lang="es-ES_tradnl" sz="1500" b="1" dirty="0" smtClean="0">
                <a:solidFill>
                  <a:schemeClr val="accent3"/>
                </a:solidFill>
                <a:latin typeface="+mj-lt"/>
              </a:rPr>
              <a:t> 2022</a:t>
            </a:r>
            <a:endParaRPr lang="es-ES_tradnl" sz="15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6" name="Freeform 110"/>
          <p:cNvSpPr>
            <a:spLocks noChangeArrowheads="1"/>
          </p:cNvSpPr>
          <p:nvPr/>
        </p:nvSpPr>
        <p:spPr bwMode="auto">
          <a:xfrm>
            <a:off x="192769" y="3639885"/>
            <a:ext cx="228633" cy="185049"/>
          </a:xfrm>
          <a:custGeom>
            <a:avLst/>
            <a:gdLst>
              <a:gd name="T0" fmla="*/ 444 w 462"/>
              <a:gd name="T1" fmla="*/ 9 h 373"/>
              <a:gd name="T2" fmla="*/ 444 w 462"/>
              <a:gd name="T3" fmla="*/ 9 h 373"/>
              <a:gd name="T4" fmla="*/ 9 w 462"/>
              <a:gd name="T5" fmla="*/ 160 h 373"/>
              <a:gd name="T6" fmla="*/ 9 w 462"/>
              <a:gd name="T7" fmla="*/ 169 h 373"/>
              <a:gd name="T8" fmla="*/ 98 w 462"/>
              <a:gd name="T9" fmla="*/ 213 h 373"/>
              <a:gd name="T10" fmla="*/ 98 w 462"/>
              <a:gd name="T11" fmla="*/ 213 h 373"/>
              <a:gd name="T12" fmla="*/ 160 w 462"/>
              <a:gd name="T13" fmla="*/ 230 h 373"/>
              <a:gd name="T14" fmla="*/ 434 w 462"/>
              <a:gd name="T15" fmla="*/ 35 h 373"/>
              <a:gd name="T16" fmla="*/ 434 w 462"/>
              <a:gd name="T17" fmla="*/ 35 h 373"/>
              <a:gd name="T18" fmla="*/ 240 w 462"/>
              <a:gd name="T19" fmla="*/ 248 h 373"/>
              <a:gd name="T20" fmla="*/ 240 w 462"/>
              <a:gd name="T21" fmla="*/ 248 h 373"/>
              <a:gd name="T22" fmla="*/ 231 w 462"/>
              <a:gd name="T23" fmla="*/ 257 h 373"/>
              <a:gd name="T24" fmla="*/ 240 w 462"/>
              <a:gd name="T25" fmla="*/ 266 h 373"/>
              <a:gd name="T26" fmla="*/ 240 w 462"/>
              <a:gd name="T27" fmla="*/ 266 h 373"/>
              <a:gd name="T28" fmla="*/ 363 w 462"/>
              <a:gd name="T29" fmla="*/ 337 h 373"/>
              <a:gd name="T30" fmla="*/ 390 w 462"/>
              <a:gd name="T31" fmla="*/ 328 h 373"/>
              <a:gd name="T32" fmla="*/ 461 w 462"/>
              <a:gd name="T33" fmla="*/ 18 h 373"/>
              <a:gd name="T34" fmla="*/ 444 w 462"/>
              <a:gd name="T35" fmla="*/ 9 h 373"/>
              <a:gd name="T36" fmla="*/ 160 w 462"/>
              <a:gd name="T37" fmla="*/ 363 h 373"/>
              <a:gd name="T38" fmla="*/ 160 w 462"/>
              <a:gd name="T39" fmla="*/ 363 h 373"/>
              <a:gd name="T40" fmla="*/ 169 w 462"/>
              <a:gd name="T41" fmla="*/ 372 h 373"/>
              <a:gd name="T42" fmla="*/ 240 w 462"/>
              <a:gd name="T43" fmla="*/ 310 h 373"/>
              <a:gd name="T44" fmla="*/ 160 w 462"/>
              <a:gd name="T45" fmla="*/ 266 h 373"/>
              <a:gd name="T46" fmla="*/ 160 w 462"/>
              <a:gd name="T47" fmla="*/ 363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2" h="373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lnTo>
                  <a:pt x="98" y="213"/>
                </a:ln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lnTo>
                  <a:pt x="240" y="266"/>
                </a:ln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45712" tIns="22856" rIns="45712" bIns="22856" anchor="ctr"/>
          <a:lstStyle/>
          <a:p>
            <a:pPr>
              <a:defRPr/>
            </a:pPr>
            <a:endParaRPr lang="es-ES_tradnl" sz="900" dirty="0"/>
          </a:p>
        </p:txBody>
      </p:sp>
      <p:pic>
        <p:nvPicPr>
          <p:cNvPr id="11" name="Picture 2" descr="Historias: Duoc UC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2" t="26618" r="6721" b="31709"/>
          <a:stretch/>
        </p:blipFill>
        <p:spPr bwMode="auto">
          <a:xfrm>
            <a:off x="7817" y="8302"/>
            <a:ext cx="2485991" cy="61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feld 30"/>
          <p:cNvSpPr txBox="1"/>
          <p:nvPr/>
        </p:nvSpPr>
        <p:spPr>
          <a:xfrm>
            <a:off x="539730" y="2597404"/>
            <a:ext cx="6813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Proyecto</a:t>
            </a:r>
          </a:p>
          <a:p>
            <a:r>
              <a:rPr lang="es-ES_tradnl" sz="2000" b="1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JARDINERÍA </a:t>
            </a:r>
            <a:r>
              <a:rPr lang="es-ES_tradnl" sz="2000" b="1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PRIMATE</a:t>
            </a:r>
            <a:r>
              <a:rPr lang="es-ES_tradnl" sz="2000" dirty="0" smtClean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lang="es-ES_tradnl" sz="2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9518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1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317</Words>
  <Application>Microsoft Office PowerPoint</Application>
  <PresentationFormat>Personalizado</PresentationFormat>
  <Paragraphs>52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Karen Alejandra Valdes Vilo</dc:creator>
  <cp:lastModifiedBy>Karen Alejandra Valdes Vilo</cp:lastModifiedBy>
  <cp:revision>6</cp:revision>
  <dcterms:modified xsi:type="dcterms:W3CDTF">2022-04-05T01:50:55Z</dcterms:modified>
</cp:coreProperties>
</file>